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6858000" type="screen4x3"/>
  <p:notesSz cx="6858000" cy="9144000"/>
  <p:embeddedFontLst>
    <p:embeddedFont>
      <p:font typeface="Zilla Slab" panose="020B0604020202020204" charset="0"/>
      <p:regular r:id="rId12"/>
      <p:bold r:id="rId13"/>
      <p:italic r:id="rId1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9" roundtripDataSignature="AMtx7mgaSagT6cDNosg7OvKgqlgR76RF3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ABDBC79-055D-4261-85E8-A3CE5111FCFC}">
  <a:tblStyle styleId="{6ABDBC79-055D-4261-85E8-A3CE5111FCFC}"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7" d="100"/>
          <a:sy n="87" d="100"/>
        </p:scale>
        <p:origin x="1330"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1.fntdata"/><Relationship Id="rId2" Type="http://schemas.openxmlformats.org/officeDocument/2006/relationships/slide" Target="slides/slide1.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microsoft.com/office/2016/11/relationships/changesInfo" Target="changesInfos/changesInfo1.xml"/><Relationship Id="rId5" Type="http://schemas.openxmlformats.org/officeDocument/2006/relationships/slide" Target="slides/slide4.xml"/><Relationship Id="rId23" Type="http://schemas.openxmlformats.org/officeDocument/2006/relationships/tableStyles" Target="tableStyles.xml"/><Relationship Id="rId10" Type="http://schemas.openxmlformats.org/officeDocument/2006/relationships/slide" Target="slides/slide9.xml"/><Relationship Id="rId19"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USHKA SAHU" userId="b91465be530604dc" providerId="LiveId" clId="{AC8AA7D0-8ACB-447A-8059-7D201D9499A0}"/>
    <pc:docChg chg="undo custSel modSld">
      <pc:chgData name="ANUSHKA SAHU" userId="b91465be530604dc" providerId="LiveId" clId="{AC8AA7D0-8ACB-447A-8059-7D201D9499A0}" dt="2025-10-05T16:23:09.608" v="6" actId="20577"/>
      <pc:docMkLst>
        <pc:docMk/>
      </pc:docMkLst>
      <pc:sldChg chg="modSp mod">
        <pc:chgData name="ANUSHKA SAHU" userId="b91465be530604dc" providerId="LiveId" clId="{AC8AA7D0-8ACB-447A-8059-7D201D9499A0}" dt="2025-10-05T16:23:09.608" v="6" actId="20577"/>
        <pc:sldMkLst>
          <pc:docMk/>
          <pc:sldMk cId="0" sldId="258"/>
        </pc:sldMkLst>
        <pc:spChg chg="mod">
          <ac:chgData name="ANUSHKA SAHU" userId="b91465be530604dc" providerId="LiveId" clId="{AC8AA7D0-8ACB-447A-8059-7D201D9499A0}" dt="2025-10-05T16:23:09.608" v="6" actId="20577"/>
          <ac:spMkLst>
            <pc:docMk/>
            <pc:sldMk cId="0" sldId="258"/>
            <ac:spMk id="15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34" name="Google Shape;13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0" name="Google Shape;140;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52" name="Google Shape;152;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2" name="Google Shape;16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69" name="Google Shape;169;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77" name="Google Shape;177;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86" name="Google Shape;186;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94" name="Google Shape;194;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2" name="Google Shape;202;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pic>
        <p:nvPicPr>
          <p:cNvPr id="16" name="Google Shape;16;p11"/>
          <p:cNvPicPr preferRelativeResize="0"/>
          <p:nvPr/>
        </p:nvPicPr>
        <p:blipFill rotWithShape="1">
          <a:blip r:embed="rId2">
            <a:alphaModFix/>
          </a:blip>
          <a:srcRect/>
          <a:stretch/>
        </p:blipFill>
        <p:spPr>
          <a:xfrm>
            <a:off x="0" y="1"/>
            <a:ext cx="9144000" cy="6857999"/>
          </a:xfrm>
          <a:prstGeom prst="rect">
            <a:avLst/>
          </a:prstGeom>
          <a:noFill/>
          <a:ln>
            <a:noFill/>
          </a:ln>
        </p:spPr>
      </p:pic>
      <p:sp>
        <p:nvSpPr>
          <p:cNvPr id="17" name="Google Shape;17;p11"/>
          <p:cNvSpPr txBox="1">
            <a:spLocks noGrp="1"/>
          </p:cNvSpPr>
          <p:nvPr>
            <p:ph type="ctrTitle"/>
          </p:nvPr>
        </p:nvSpPr>
        <p:spPr>
          <a:xfrm>
            <a:off x="708660" y="2836506"/>
            <a:ext cx="7199034" cy="194253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Arial"/>
              <a:buNone/>
              <a:defRPr sz="6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1"/>
          <p:cNvSpPr txBox="1">
            <a:spLocks noGrp="1"/>
          </p:cNvSpPr>
          <p:nvPr>
            <p:ph type="subTitle" idx="1"/>
          </p:nvPr>
        </p:nvSpPr>
        <p:spPr>
          <a:xfrm>
            <a:off x="708660" y="5108704"/>
            <a:ext cx="6858000" cy="605502"/>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3600"/>
              <a:buNone/>
              <a:defRPr sz="3600">
                <a:solidFill>
                  <a:schemeClr val="lt1"/>
                </a:solidFill>
                <a:latin typeface="Arial"/>
                <a:ea typeface="Arial"/>
                <a:cs typeface="Arial"/>
                <a:sym typeface="Aria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19" name="Google Shape;19;p11"/>
          <p:cNvPicPr preferRelativeResize="0"/>
          <p:nvPr/>
        </p:nvPicPr>
        <p:blipFill rotWithShape="1">
          <a:blip r:embed="rId3">
            <a:alphaModFix/>
          </a:blip>
          <a:srcRect/>
          <a:stretch/>
        </p:blipFill>
        <p:spPr>
          <a:xfrm>
            <a:off x="708661" y="1041400"/>
            <a:ext cx="2363444" cy="686813"/>
          </a:xfrm>
          <a:prstGeom prst="rect">
            <a:avLst/>
          </a:prstGeom>
          <a:noFill/>
          <a:ln>
            <a:noFill/>
          </a:ln>
        </p:spPr>
      </p:pic>
      <p:pic>
        <p:nvPicPr>
          <p:cNvPr id="20" name="Google Shape;20;p11"/>
          <p:cNvPicPr preferRelativeResize="0"/>
          <p:nvPr/>
        </p:nvPicPr>
        <p:blipFill rotWithShape="1">
          <a:blip r:embed="rId4">
            <a:alphaModFix/>
          </a:blip>
          <a:srcRect/>
          <a:stretch/>
        </p:blipFill>
        <p:spPr>
          <a:xfrm>
            <a:off x="708660" y="6334744"/>
            <a:ext cx="1293989" cy="365792"/>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pic>
        <p:nvPicPr>
          <p:cNvPr id="22" name="Google Shape;22;p12"/>
          <p:cNvPicPr preferRelativeResize="0"/>
          <p:nvPr/>
        </p:nvPicPr>
        <p:blipFill rotWithShape="1">
          <a:blip r:embed="rId2">
            <a:alphaModFix/>
          </a:blip>
          <a:srcRect/>
          <a:stretch/>
        </p:blipFill>
        <p:spPr>
          <a:xfrm>
            <a:off x="8817102" y="1"/>
            <a:ext cx="326899" cy="432817"/>
          </a:xfrm>
          <a:prstGeom prst="rect">
            <a:avLst/>
          </a:prstGeom>
          <a:noFill/>
          <a:ln>
            <a:noFill/>
          </a:ln>
        </p:spPr>
      </p:pic>
      <p:sp>
        <p:nvSpPr>
          <p:cNvPr id="23" name="Google Shape;23;p12"/>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4400"/>
              <a:buFont typeface="Arial"/>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2"/>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25" name="Google Shape;25;p12"/>
          <p:cNvPicPr preferRelativeResize="0"/>
          <p:nvPr/>
        </p:nvPicPr>
        <p:blipFill rotWithShape="1">
          <a:blip r:embed="rId3">
            <a:alphaModFix/>
          </a:blip>
          <a:srcRect/>
          <a:stretch/>
        </p:blipFill>
        <p:spPr>
          <a:xfrm>
            <a:off x="626251" y="6356350"/>
            <a:ext cx="1293989" cy="365792"/>
          </a:xfrm>
          <a:prstGeom prst="rect">
            <a:avLst/>
          </a:prstGeom>
          <a:noFill/>
          <a:ln>
            <a:noFill/>
          </a:ln>
        </p:spPr>
      </p:pic>
      <p:pic>
        <p:nvPicPr>
          <p:cNvPr id="26" name="Google Shape;26;p12"/>
          <p:cNvPicPr preferRelativeResize="0"/>
          <p:nvPr/>
        </p:nvPicPr>
        <p:blipFill rotWithShape="1">
          <a:blip r:embed="rId4">
            <a:alphaModFix/>
          </a:blip>
          <a:srcRect/>
          <a:stretch/>
        </p:blipFill>
        <p:spPr>
          <a:xfrm>
            <a:off x="8515350" y="5986786"/>
            <a:ext cx="404603" cy="617231"/>
          </a:xfrm>
          <a:prstGeom prst="rect">
            <a:avLst/>
          </a:prstGeom>
          <a:noFill/>
          <a:ln>
            <a:noFill/>
          </a:ln>
        </p:spPr>
      </p:pic>
      <p:sp>
        <p:nvSpPr>
          <p:cNvPr id="27" name="Google Shape;27;p12"/>
          <p:cNvSpPr txBox="1">
            <a:spLocks noGrp="1"/>
          </p:cNvSpPr>
          <p:nvPr>
            <p:ph type="sldNum" idx="12"/>
          </p:nvPr>
        </p:nvSpPr>
        <p:spPr>
          <a:xfrm>
            <a:off x="8718403" y="39526"/>
            <a:ext cx="404603"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1pPr>
            <a:lvl2pPr marL="0" marR="0" lvl="1"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2pPr>
            <a:lvl3pPr marL="0" marR="0" lvl="2"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3pPr>
            <a:lvl4pPr marL="0" marR="0" lvl="3"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4pPr>
            <a:lvl5pPr marL="0" marR="0" lvl="4"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5pPr>
            <a:lvl6pPr marL="0" marR="0" lvl="5"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6pPr>
            <a:lvl7pPr marL="0" marR="0" lvl="6"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7pPr>
            <a:lvl8pPr marL="0" marR="0" lvl="7"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8pPr>
            <a:lvl9pPr marL="0" marR="0" lvl="8"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28" name="Google Shape;28;p12"/>
          <p:cNvPicPr preferRelativeResize="0"/>
          <p:nvPr/>
        </p:nvPicPr>
        <p:blipFill rotWithShape="1">
          <a:blip r:embed="rId5">
            <a:alphaModFix amt="20000"/>
          </a:blip>
          <a:srcRect t="911" r="25321" b="909"/>
          <a:stretch/>
        </p:blipFill>
        <p:spPr>
          <a:xfrm>
            <a:off x="1" y="0"/>
            <a:ext cx="9123005" cy="6858000"/>
          </a:xfrm>
          <a:prstGeom prst="rect">
            <a:avLst/>
          </a:prstGeom>
          <a:noFill/>
          <a:ln>
            <a:noFill/>
          </a:ln>
        </p:spPr>
      </p:pic>
      <p:sp>
        <p:nvSpPr>
          <p:cNvPr id="29" name="Google Shape;29;p12"/>
          <p:cNvSpPr/>
          <p:nvPr/>
        </p:nvSpPr>
        <p:spPr>
          <a:xfrm>
            <a:off x="0" y="0"/>
            <a:ext cx="259773" cy="421972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lt1"/>
              </a:solidFill>
              <a:latin typeface="Arial"/>
              <a:ea typeface="Arial"/>
              <a:cs typeface="Arial"/>
              <a:sym typeface="Arial"/>
            </a:endParaRPr>
          </a:p>
        </p:txBody>
      </p:sp>
      <p:sp>
        <p:nvSpPr>
          <p:cNvPr id="30" name="Google Shape;30;p12"/>
          <p:cNvSpPr/>
          <p:nvPr/>
        </p:nvSpPr>
        <p:spPr>
          <a:xfrm>
            <a:off x="0" y="4219720"/>
            <a:ext cx="259773" cy="2638278"/>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lt1"/>
              </a:solidFill>
              <a:latin typeface="Arial"/>
              <a:ea typeface="Arial"/>
              <a:cs typeface="Arial"/>
              <a:sym typeface="Arial"/>
            </a:endParaRPr>
          </a:p>
        </p:txBody>
      </p:sp>
      <p:cxnSp>
        <p:nvCxnSpPr>
          <p:cNvPr id="31" name="Google Shape;31;p12"/>
          <p:cNvCxnSpPr/>
          <p:nvPr/>
        </p:nvCxnSpPr>
        <p:spPr>
          <a:xfrm>
            <a:off x="685800" y="6280030"/>
            <a:ext cx="1397480" cy="0"/>
          </a:xfrm>
          <a:prstGeom prst="straightConnector1">
            <a:avLst/>
          </a:prstGeom>
          <a:noFill/>
          <a:ln w="19050" cap="flat" cmpd="sng">
            <a:solidFill>
              <a:schemeClr val="lt2"/>
            </a:solidFill>
            <a:prstDash val="solid"/>
            <a:miter lim="800000"/>
            <a:headEnd type="none" w="sm" len="sm"/>
            <a:tailEnd type="none" w="sm" len="sm"/>
          </a:ln>
        </p:spPr>
      </p:cxn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Text, and Content" type="txAndObj">
  <p:cSld name="TEXT_AND_OBJECT">
    <p:spTree>
      <p:nvGrpSpPr>
        <p:cNvPr id="1" name="Shape 32"/>
        <p:cNvGrpSpPr/>
        <p:nvPr/>
      </p:nvGrpSpPr>
      <p:grpSpPr>
        <a:xfrm>
          <a:off x="0" y="0"/>
          <a:ext cx="0" cy="0"/>
          <a:chOff x="0" y="0"/>
          <a:chExt cx="0" cy="0"/>
        </a:xfrm>
      </p:grpSpPr>
      <p:sp>
        <p:nvSpPr>
          <p:cNvPr id="33" name="Google Shape;33;p13"/>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4" name="Google Shape;34;p13"/>
          <p:cNvSpPr txBox="1">
            <a:spLocks noGrp="1"/>
          </p:cNvSpPr>
          <p:nvPr>
            <p:ph type="body" idx="1"/>
          </p:nvPr>
        </p:nvSpPr>
        <p:spPr>
          <a:xfrm>
            <a:off x="685800" y="1981200"/>
            <a:ext cx="3810000" cy="41148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360"/>
              </a:spcBef>
              <a:spcAft>
                <a:spcPts val="0"/>
              </a:spcAft>
              <a:buClr>
                <a:schemeClr val="dk1"/>
              </a:buClr>
              <a:buSzPts val="1800"/>
              <a:buChar char="•"/>
              <a:defRPr/>
            </a:lvl1pPr>
            <a:lvl2pPr marL="914400" lvl="1" indent="-342900" algn="l">
              <a:lnSpc>
                <a:spcPct val="90000"/>
              </a:lnSpc>
              <a:spcBef>
                <a:spcPts val="360"/>
              </a:spcBef>
              <a:spcAft>
                <a:spcPts val="0"/>
              </a:spcAft>
              <a:buClr>
                <a:schemeClr val="dk1"/>
              </a:buClr>
              <a:buSzPts val="1800"/>
              <a:buChar char="–"/>
              <a:defRPr/>
            </a:lvl2pPr>
            <a:lvl3pPr marL="1371600" lvl="2" indent="-342900" algn="l">
              <a:lnSpc>
                <a:spcPct val="90000"/>
              </a:lnSpc>
              <a:spcBef>
                <a:spcPts val="360"/>
              </a:spcBef>
              <a:spcAft>
                <a:spcPts val="0"/>
              </a:spcAft>
              <a:buClr>
                <a:schemeClr val="dk1"/>
              </a:buClr>
              <a:buSzPts val="1800"/>
              <a:buChar char="•"/>
              <a:defRPr/>
            </a:lvl3pPr>
            <a:lvl4pPr marL="1828800" lvl="3" indent="-342900" algn="l">
              <a:lnSpc>
                <a:spcPct val="90000"/>
              </a:lnSpc>
              <a:spcBef>
                <a:spcPts val="360"/>
              </a:spcBef>
              <a:spcAft>
                <a:spcPts val="0"/>
              </a:spcAft>
              <a:buClr>
                <a:schemeClr val="dk1"/>
              </a:buClr>
              <a:buSzPts val="1800"/>
              <a:buChar char="–"/>
              <a:defRPr/>
            </a:lvl4pPr>
            <a:lvl5pPr marL="2286000" lvl="4" indent="-342900" algn="l">
              <a:lnSpc>
                <a:spcPct val="90000"/>
              </a:lnSpc>
              <a:spcBef>
                <a:spcPts val="360"/>
              </a:spcBef>
              <a:spcAft>
                <a:spcPts val="0"/>
              </a:spcAft>
              <a:buClr>
                <a:schemeClr val="dk1"/>
              </a:buClr>
              <a:buSzPts val="1800"/>
              <a:buChar char="»"/>
              <a:defRPr/>
            </a:lvl5pPr>
            <a:lvl6pPr marL="2743200" lvl="5" indent="-342900" algn="l">
              <a:lnSpc>
                <a:spcPct val="90000"/>
              </a:lnSpc>
              <a:spcBef>
                <a:spcPts val="360"/>
              </a:spcBef>
              <a:spcAft>
                <a:spcPts val="0"/>
              </a:spcAft>
              <a:buClr>
                <a:schemeClr val="dk1"/>
              </a:buClr>
              <a:buSzPts val="1800"/>
              <a:buChar char="»"/>
              <a:defRPr/>
            </a:lvl6pPr>
            <a:lvl7pPr marL="3200400" lvl="6" indent="-342900" algn="l">
              <a:lnSpc>
                <a:spcPct val="90000"/>
              </a:lnSpc>
              <a:spcBef>
                <a:spcPts val="360"/>
              </a:spcBef>
              <a:spcAft>
                <a:spcPts val="0"/>
              </a:spcAft>
              <a:buClr>
                <a:schemeClr val="dk1"/>
              </a:buClr>
              <a:buSzPts val="1800"/>
              <a:buChar char="»"/>
              <a:defRPr/>
            </a:lvl7pPr>
            <a:lvl8pPr marL="3657600" lvl="7" indent="-342900" algn="l">
              <a:lnSpc>
                <a:spcPct val="90000"/>
              </a:lnSpc>
              <a:spcBef>
                <a:spcPts val="360"/>
              </a:spcBef>
              <a:spcAft>
                <a:spcPts val="0"/>
              </a:spcAft>
              <a:buClr>
                <a:schemeClr val="dk1"/>
              </a:buClr>
              <a:buSzPts val="1800"/>
              <a:buChar char="»"/>
              <a:defRPr/>
            </a:lvl8pPr>
            <a:lvl9pPr marL="4114800" lvl="8" indent="-342900" algn="l">
              <a:lnSpc>
                <a:spcPct val="90000"/>
              </a:lnSpc>
              <a:spcBef>
                <a:spcPts val="360"/>
              </a:spcBef>
              <a:spcAft>
                <a:spcPts val="0"/>
              </a:spcAft>
              <a:buClr>
                <a:schemeClr val="dk1"/>
              </a:buClr>
              <a:buSzPts val="1800"/>
              <a:buChar char="»"/>
              <a:defRPr/>
            </a:lvl9pPr>
          </a:lstStyle>
          <a:p>
            <a:endParaRPr/>
          </a:p>
        </p:txBody>
      </p:sp>
      <p:sp>
        <p:nvSpPr>
          <p:cNvPr id="35" name="Google Shape;35;p13"/>
          <p:cNvSpPr txBox="1">
            <a:spLocks noGrp="1"/>
          </p:cNvSpPr>
          <p:nvPr>
            <p:ph type="body" idx="2"/>
          </p:nvPr>
        </p:nvSpPr>
        <p:spPr>
          <a:xfrm>
            <a:off x="4648200" y="1981200"/>
            <a:ext cx="3810000" cy="41148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360"/>
              </a:spcBef>
              <a:spcAft>
                <a:spcPts val="0"/>
              </a:spcAft>
              <a:buClr>
                <a:schemeClr val="dk1"/>
              </a:buClr>
              <a:buSzPts val="1800"/>
              <a:buChar char="•"/>
              <a:defRPr/>
            </a:lvl1pPr>
            <a:lvl2pPr marL="914400" lvl="1" indent="-342900" algn="l">
              <a:lnSpc>
                <a:spcPct val="90000"/>
              </a:lnSpc>
              <a:spcBef>
                <a:spcPts val="360"/>
              </a:spcBef>
              <a:spcAft>
                <a:spcPts val="0"/>
              </a:spcAft>
              <a:buClr>
                <a:schemeClr val="dk1"/>
              </a:buClr>
              <a:buSzPts val="1800"/>
              <a:buChar char="–"/>
              <a:defRPr/>
            </a:lvl2pPr>
            <a:lvl3pPr marL="1371600" lvl="2" indent="-342900" algn="l">
              <a:lnSpc>
                <a:spcPct val="90000"/>
              </a:lnSpc>
              <a:spcBef>
                <a:spcPts val="360"/>
              </a:spcBef>
              <a:spcAft>
                <a:spcPts val="0"/>
              </a:spcAft>
              <a:buClr>
                <a:schemeClr val="dk1"/>
              </a:buClr>
              <a:buSzPts val="1800"/>
              <a:buChar char="•"/>
              <a:defRPr/>
            </a:lvl3pPr>
            <a:lvl4pPr marL="1828800" lvl="3" indent="-342900" algn="l">
              <a:lnSpc>
                <a:spcPct val="90000"/>
              </a:lnSpc>
              <a:spcBef>
                <a:spcPts val="360"/>
              </a:spcBef>
              <a:spcAft>
                <a:spcPts val="0"/>
              </a:spcAft>
              <a:buClr>
                <a:schemeClr val="dk1"/>
              </a:buClr>
              <a:buSzPts val="1800"/>
              <a:buChar char="–"/>
              <a:defRPr/>
            </a:lvl4pPr>
            <a:lvl5pPr marL="2286000" lvl="4" indent="-342900" algn="l">
              <a:lnSpc>
                <a:spcPct val="90000"/>
              </a:lnSpc>
              <a:spcBef>
                <a:spcPts val="360"/>
              </a:spcBef>
              <a:spcAft>
                <a:spcPts val="0"/>
              </a:spcAft>
              <a:buClr>
                <a:schemeClr val="dk1"/>
              </a:buClr>
              <a:buSzPts val="1800"/>
              <a:buChar char="»"/>
              <a:defRPr/>
            </a:lvl5pPr>
            <a:lvl6pPr marL="2743200" lvl="5" indent="-342900" algn="l">
              <a:lnSpc>
                <a:spcPct val="90000"/>
              </a:lnSpc>
              <a:spcBef>
                <a:spcPts val="360"/>
              </a:spcBef>
              <a:spcAft>
                <a:spcPts val="0"/>
              </a:spcAft>
              <a:buClr>
                <a:schemeClr val="dk1"/>
              </a:buClr>
              <a:buSzPts val="1800"/>
              <a:buChar char="»"/>
              <a:defRPr/>
            </a:lvl6pPr>
            <a:lvl7pPr marL="3200400" lvl="6" indent="-342900" algn="l">
              <a:lnSpc>
                <a:spcPct val="90000"/>
              </a:lnSpc>
              <a:spcBef>
                <a:spcPts val="360"/>
              </a:spcBef>
              <a:spcAft>
                <a:spcPts val="0"/>
              </a:spcAft>
              <a:buClr>
                <a:schemeClr val="dk1"/>
              </a:buClr>
              <a:buSzPts val="1800"/>
              <a:buChar char="»"/>
              <a:defRPr/>
            </a:lvl7pPr>
            <a:lvl8pPr marL="3657600" lvl="7" indent="-342900" algn="l">
              <a:lnSpc>
                <a:spcPct val="90000"/>
              </a:lnSpc>
              <a:spcBef>
                <a:spcPts val="360"/>
              </a:spcBef>
              <a:spcAft>
                <a:spcPts val="0"/>
              </a:spcAft>
              <a:buClr>
                <a:schemeClr val="dk1"/>
              </a:buClr>
              <a:buSzPts val="1800"/>
              <a:buChar char="»"/>
              <a:defRPr/>
            </a:lvl8pPr>
            <a:lvl9pPr marL="4114800" lvl="8" indent="-342900" algn="l">
              <a:lnSpc>
                <a:spcPct val="90000"/>
              </a:lnSpc>
              <a:spcBef>
                <a:spcPts val="360"/>
              </a:spcBef>
              <a:spcAft>
                <a:spcPts val="0"/>
              </a:spcAft>
              <a:buClr>
                <a:schemeClr val="dk1"/>
              </a:buClr>
              <a:buSzPts val="1800"/>
              <a:buChar char="»"/>
              <a:defRPr/>
            </a:lvl9pPr>
          </a:lstStyle>
          <a:p>
            <a:endParaRPr/>
          </a:p>
        </p:txBody>
      </p:sp>
      <p:sp>
        <p:nvSpPr>
          <p:cNvPr id="36" name="Google Shape;36;p13"/>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Clr>
                <a:srgbClr val="888888"/>
              </a:buClr>
              <a:buSzPts val="1400"/>
              <a:buFont typeface="Arial"/>
              <a:buNone/>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a:endParaRPr/>
          </a:p>
        </p:txBody>
      </p:sp>
      <p:sp>
        <p:nvSpPr>
          <p:cNvPr id="37" name="Google Shape;37;p13"/>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Clr>
                <a:schemeClr val="lt2"/>
              </a:buClr>
              <a:buSzPts val="1400"/>
              <a:buFont typeface="Arial"/>
              <a:buNone/>
              <a:defRPr sz="1200" i="1">
                <a:solidFill>
                  <a:schemeClr val="lt2"/>
                </a:solidFill>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a:endParaRPr/>
          </a:p>
        </p:txBody>
      </p:sp>
      <p:sp>
        <p:nvSpPr>
          <p:cNvPr id="38" name="Google Shape;38;p13"/>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lt2"/>
              </a:buClr>
              <a:buSzPts val="1200"/>
              <a:buFont typeface="Times New Roman"/>
              <a:buNone/>
              <a:defRPr sz="1200" b="0" i="1" u="none" strike="noStrike" cap="none">
                <a:solidFill>
                  <a:schemeClr val="lt2"/>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chemeClr val="lt2"/>
              </a:buClr>
              <a:buSzPts val="1200"/>
              <a:buFont typeface="Times New Roman"/>
              <a:buNone/>
              <a:defRPr sz="1200" b="0" i="1" u="none" strike="noStrike" cap="none">
                <a:solidFill>
                  <a:schemeClr val="lt2"/>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chemeClr val="lt2"/>
              </a:buClr>
              <a:buSzPts val="1200"/>
              <a:buFont typeface="Times New Roman"/>
              <a:buNone/>
              <a:defRPr sz="1200" b="0" i="1" u="none" strike="noStrike" cap="none">
                <a:solidFill>
                  <a:schemeClr val="lt2"/>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chemeClr val="lt2"/>
              </a:buClr>
              <a:buSzPts val="1200"/>
              <a:buFont typeface="Times New Roman"/>
              <a:buNone/>
              <a:defRPr sz="1200" b="0" i="1" u="none" strike="noStrike" cap="none">
                <a:solidFill>
                  <a:schemeClr val="lt2"/>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chemeClr val="lt2"/>
              </a:buClr>
              <a:buSzPts val="1200"/>
              <a:buFont typeface="Times New Roman"/>
              <a:buNone/>
              <a:defRPr sz="1200" b="0" i="1" u="none" strike="noStrike" cap="none">
                <a:solidFill>
                  <a:schemeClr val="lt2"/>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chemeClr val="lt2"/>
              </a:buClr>
              <a:buSzPts val="1200"/>
              <a:buFont typeface="Times New Roman"/>
              <a:buNone/>
              <a:defRPr sz="1200" b="0" i="1" u="none" strike="noStrike" cap="none">
                <a:solidFill>
                  <a:schemeClr val="lt2"/>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chemeClr val="lt2"/>
              </a:buClr>
              <a:buSzPts val="1200"/>
              <a:buFont typeface="Times New Roman"/>
              <a:buNone/>
              <a:defRPr sz="1200" b="0" i="1" u="none" strike="noStrike" cap="none">
                <a:solidFill>
                  <a:schemeClr val="lt2"/>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chemeClr val="lt2"/>
              </a:buClr>
              <a:buSzPts val="1200"/>
              <a:buFont typeface="Times New Roman"/>
              <a:buNone/>
              <a:defRPr sz="1200" b="0" i="1" u="none" strike="noStrike" cap="none">
                <a:solidFill>
                  <a:schemeClr val="lt2"/>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chemeClr val="lt2"/>
              </a:buClr>
              <a:buSzPts val="1200"/>
              <a:buFont typeface="Times New Roman"/>
              <a:buNone/>
              <a:defRPr sz="1200" b="0" i="1" u="none" strike="noStrike" cap="none">
                <a:solidFill>
                  <a:schemeClr val="lt2"/>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9"/>
        <p:cNvGrpSpPr/>
        <p:nvPr/>
      </p:nvGrpSpPr>
      <p:grpSpPr>
        <a:xfrm>
          <a:off x="0" y="0"/>
          <a:ext cx="0" cy="0"/>
          <a:chOff x="0" y="0"/>
          <a:chExt cx="0" cy="0"/>
        </a:xfrm>
      </p:grpSpPr>
      <p:pic>
        <p:nvPicPr>
          <p:cNvPr id="40" name="Google Shape;40;p14"/>
          <p:cNvPicPr preferRelativeResize="0"/>
          <p:nvPr/>
        </p:nvPicPr>
        <p:blipFill rotWithShape="1">
          <a:blip r:embed="rId2">
            <a:alphaModFix/>
          </a:blip>
          <a:srcRect/>
          <a:stretch/>
        </p:blipFill>
        <p:spPr>
          <a:xfrm>
            <a:off x="8817102" y="1"/>
            <a:ext cx="326899" cy="432817"/>
          </a:xfrm>
          <a:prstGeom prst="rect">
            <a:avLst/>
          </a:prstGeom>
          <a:noFill/>
          <a:ln>
            <a:noFill/>
          </a:ln>
        </p:spPr>
      </p:pic>
      <p:sp>
        <p:nvSpPr>
          <p:cNvPr id="41" name="Google Shape;41;p14"/>
          <p:cNvSpPr txBox="1">
            <a:spLocks noGrp="1"/>
          </p:cNvSpPr>
          <p:nvPr>
            <p:ph type="title"/>
          </p:nvPr>
        </p:nvSpPr>
        <p:spPr>
          <a:xfrm>
            <a:off x="623888" y="1709739"/>
            <a:ext cx="78867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2"/>
              </a:buClr>
              <a:buSzPts val="6000"/>
              <a:buFont typeface="Arial"/>
              <a:buNone/>
              <a:defRPr sz="6000">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4"/>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pic>
        <p:nvPicPr>
          <p:cNvPr id="43" name="Google Shape;43;p14"/>
          <p:cNvPicPr preferRelativeResize="0"/>
          <p:nvPr/>
        </p:nvPicPr>
        <p:blipFill rotWithShape="1">
          <a:blip r:embed="rId3">
            <a:alphaModFix/>
          </a:blip>
          <a:srcRect/>
          <a:stretch/>
        </p:blipFill>
        <p:spPr>
          <a:xfrm>
            <a:off x="626251" y="6356350"/>
            <a:ext cx="1293989" cy="365792"/>
          </a:xfrm>
          <a:prstGeom prst="rect">
            <a:avLst/>
          </a:prstGeom>
          <a:noFill/>
          <a:ln>
            <a:noFill/>
          </a:ln>
        </p:spPr>
      </p:pic>
      <p:pic>
        <p:nvPicPr>
          <p:cNvPr id="44" name="Google Shape;44;p14"/>
          <p:cNvPicPr preferRelativeResize="0"/>
          <p:nvPr/>
        </p:nvPicPr>
        <p:blipFill rotWithShape="1">
          <a:blip r:embed="rId4">
            <a:alphaModFix/>
          </a:blip>
          <a:srcRect/>
          <a:stretch/>
        </p:blipFill>
        <p:spPr>
          <a:xfrm>
            <a:off x="8515350" y="5986786"/>
            <a:ext cx="404603" cy="617231"/>
          </a:xfrm>
          <a:prstGeom prst="rect">
            <a:avLst/>
          </a:prstGeom>
          <a:noFill/>
          <a:ln>
            <a:noFill/>
          </a:ln>
        </p:spPr>
      </p:pic>
      <p:sp>
        <p:nvSpPr>
          <p:cNvPr id="45" name="Google Shape;45;p14"/>
          <p:cNvSpPr txBox="1">
            <a:spLocks noGrp="1"/>
          </p:cNvSpPr>
          <p:nvPr>
            <p:ph type="sldNum" idx="12"/>
          </p:nvPr>
        </p:nvSpPr>
        <p:spPr>
          <a:xfrm>
            <a:off x="8718403" y="39526"/>
            <a:ext cx="404603"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1pPr>
            <a:lvl2pPr marL="0" marR="0" lvl="1"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2pPr>
            <a:lvl3pPr marL="0" marR="0" lvl="2"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3pPr>
            <a:lvl4pPr marL="0" marR="0" lvl="3"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4pPr>
            <a:lvl5pPr marL="0" marR="0" lvl="4"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5pPr>
            <a:lvl6pPr marL="0" marR="0" lvl="5"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6pPr>
            <a:lvl7pPr marL="0" marR="0" lvl="6"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7pPr>
            <a:lvl8pPr marL="0" marR="0" lvl="7"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8pPr>
            <a:lvl9pPr marL="0" marR="0" lvl="8"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6"/>
        <p:cNvGrpSpPr/>
        <p:nvPr/>
      </p:nvGrpSpPr>
      <p:grpSpPr>
        <a:xfrm>
          <a:off x="0" y="0"/>
          <a:ext cx="0" cy="0"/>
          <a:chOff x="0" y="0"/>
          <a:chExt cx="0" cy="0"/>
        </a:xfrm>
      </p:grpSpPr>
      <p:pic>
        <p:nvPicPr>
          <p:cNvPr id="47" name="Google Shape;47;p15"/>
          <p:cNvPicPr preferRelativeResize="0"/>
          <p:nvPr/>
        </p:nvPicPr>
        <p:blipFill rotWithShape="1">
          <a:blip r:embed="rId2">
            <a:alphaModFix/>
          </a:blip>
          <a:srcRect/>
          <a:stretch/>
        </p:blipFill>
        <p:spPr>
          <a:xfrm>
            <a:off x="8817102" y="1"/>
            <a:ext cx="326899" cy="432817"/>
          </a:xfrm>
          <a:prstGeom prst="rect">
            <a:avLst/>
          </a:prstGeom>
          <a:noFill/>
          <a:ln>
            <a:noFill/>
          </a:ln>
        </p:spPr>
      </p:pic>
      <p:sp>
        <p:nvSpPr>
          <p:cNvPr id="48" name="Google Shape;48;p15"/>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4400"/>
              <a:buFont typeface="Arial"/>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5"/>
          <p:cNvSpPr txBox="1">
            <a:spLocks noGrp="1"/>
          </p:cNvSpPr>
          <p:nvPr>
            <p:ph type="body" idx="1"/>
          </p:nvPr>
        </p:nvSpPr>
        <p:spPr>
          <a:xfrm>
            <a:off x="6286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5"/>
          <p:cNvSpPr txBox="1">
            <a:spLocks noGrp="1"/>
          </p:cNvSpPr>
          <p:nvPr>
            <p:ph type="body" idx="2"/>
          </p:nvPr>
        </p:nvSpPr>
        <p:spPr>
          <a:xfrm>
            <a:off x="46291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51" name="Google Shape;51;p15"/>
          <p:cNvPicPr preferRelativeResize="0"/>
          <p:nvPr/>
        </p:nvPicPr>
        <p:blipFill rotWithShape="1">
          <a:blip r:embed="rId3">
            <a:alphaModFix/>
          </a:blip>
          <a:srcRect/>
          <a:stretch/>
        </p:blipFill>
        <p:spPr>
          <a:xfrm>
            <a:off x="626251" y="6356350"/>
            <a:ext cx="1293989" cy="365792"/>
          </a:xfrm>
          <a:prstGeom prst="rect">
            <a:avLst/>
          </a:prstGeom>
          <a:noFill/>
          <a:ln>
            <a:noFill/>
          </a:ln>
        </p:spPr>
      </p:pic>
      <p:pic>
        <p:nvPicPr>
          <p:cNvPr id="52" name="Google Shape;52;p15"/>
          <p:cNvPicPr preferRelativeResize="0"/>
          <p:nvPr/>
        </p:nvPicPr>
        <p:blipFill rotWithShape="1">
          <a:blip r:embed="rId4">
            <a:alphaModFix/>
          </a:blip>
          <a:srcRect/>
          <a:stretch/>
        </p:blipFill>
        <p:spPr>
          <a:xfrm>
            <a:off x="8515350" y="5986786"/>
            <a:ext cx="404603" cy="617231"/>
          </a:xfrm>
          <a:prstGeom prst="rect">
            <a:avLst/>
          </a:prstGeom>
          <a:noFill/>
          <a:ln>
            <a:noFill/>
          </a:ln>
        </p:spPr>
      </p:pic>
      <p:sp>
        <p:nvSpPr>
          <p:cNvPr id="53" name="Google Shape;53;p15"/>
          <p:cNvSpPr txBox="1">
            <a:spLocks noGrp="1"/>
          </p:cNvSpPr>
          <p:nvPr>
            <p:ph type="sldNum" idx="12"/>
          </p:nvPr>
        </p:nvSpPr>
        <p:spPr>
          <a:xfrm>
            <a:off x="8718403" y="39526"/>
            <a:ext cx="404603"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1pPr>
            <a:lvl2pPr marL="0" marR="0" lvl="1"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2pPr>
            <a:lvl3pPr marL="0" marR="0" lvl="2"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3pPr>
            <a:lvl4pPr marL="0" marR="0" lvl="3"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4pPr>
            <a:lvl5pPr marL="0" marR="0" lvl="4"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5pPr>
            <a:lvl6pPr marL="0" marR="0" lvl="5"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6pPr>
            <a:lvl7pPr marL="0" marR="0" lvl="6"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7pPr>
            <a:lvl8pPr marL="0" marR="0" lvl="7"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8pPr>
            <a:lvl9pPr marL="0" marR="0" lvl="8"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4"/>
        <p:cNvGrpSpPr/>
        <p:nvPr/>
      </p:nvGrpSpPr>
      <p:grpSpPr>
        <a:xfrm>
          <a:off x="0" y="0"/>
          <a:ext cx="0" cy="0"/>
          <a:chOff x="0" y="0"/>
          <a:chExt cx="0" cy="0"/>
        </a:xfrm>
      </p:grpSpPr>
      <p:pic>
        <p:nvPicPr>
          <p:cNvPr id="55" name="Google Shape;55;p16"/>
          <p:cNvPicPr preferRelativeResize="0"/>
          <p:nvPr/>
        </p:nvPicPr>
        <p:blipFill rotWithShape="1">
          <a:blip r:embed="rId2">
            <a:alphaModFix/>
          </a:blip>
          <a:srcRect/>
          <a:stretch/>
        </p:blipFill>
        <p:spPr>
          <a:xfrm>
            <a:off x="8817102" y="1"/>
            <a:ext cx="326899" cy="432817"/>
          </a:xfrm>
          <a:prstGeom prst="rect">
            <a:avLst/>
          </a:prstGeom>
          <a:noFill/>
          <a:ln>
            <a:noFill/>
          </a:ln>
        </p:spPr>
      </p:pic>
      <p:sp>
        <p:nvSpPr>
          <p:cNvPr id="56" name="Google Shape;56;p16"/>
          <p:cNvSpPr txBox="1">
            <a:spLocks noGrp="1"/>
          </p:cNvSpPr>
          <p:nvPr>
            <p:ph type="title"/>
          </p:nvPr>
        </p:nvSpPr>
        <p:spPr>
          <a:xfrm>
            <a:off x="629841"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4400"/>
              <a:buFont typeface="Arial"/>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6"/>
          <p:cNvSpPr txBox="1">
            <a:spLocks noGrp="1"/>
          </p:cNvSpPr>
          <p:nvPr>
            <p:ph type="body" idx="1"/>
          </p:nvPr>
        </p:nvSpPr>
        <p:spPr>
          <a:xfrm>
            <a:off x="629842" y="1681163"/>
            <a:ext cx="386834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2"/>
              </a:buClr>
              <a:buSzPts val="2400"/>
              <a:buNone/>
              <a:defRPr sz="2400" b="1">
                <a:solidFill>
                  <a:schemeClr val="lt2"/>
                </a:solidFill>
                <a:latin typeface="Zilla Slab"/>
                <a:ea typeface="Zilla Slab"/>
                <a:cs typeface="Zilla Slab"/>
                <a:sym typeface="Zilla Slab"/>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6"/>
          <p:cNvSpPr txBox="1">
            <a:spLocks noGrp="1"/>
          </p:cNvSpPr>
          <p:nvPr>
            <p:ph type="body" idx="2"/>
          </p:nvPr>
        </p:nvSpPr>
        <p:spPr>
          <a:xfrm>
            <a:off x="629842" y="2505075"/>
            <a:ext cx="3868340"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6"/>
          <p:cNvSpPr txBox="1">
            <a:spLocks noGrp="1"/>
          </p:cNvSpPr>
          <p:nvPr>
            <p:ph type="body" idx="3"/>
          </p:nvPr>
        </p:nvSpPr>
        <p:spPr>
          <a:xfrm>
            <a:off x="4629150" y="1681163"/>
            <a:ext cx="38873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2"/>
              </a:buClr>
              <a:buSzPts val="2400"/>
              <a:buNone/>
              <a:defRPr sz="2400" b="1">
                <a:solidFill>
                  <a:schemeClr val="lt2"/>
                </a:solidFill>
                <a:latin typeface="Zilla Slab"/>
                <a:ea typeface="Zilla Slab"/>
                <a:cs typeface="Zilla Slab"/>
                <a:sym typeface="Zilla Slab"/>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6"/>
          <p:cNvSpPr txBox="1">
            <a:spLocks noGrp="1"/>
          </p:cNvSpPr>
          <p:nvPr>
            <p:ph type="body" idx="4"/>
          </p:nvPr>
        </p:nvSpPr>
        <p:spPr>
          <a:xfrm>
            <a:off x="4629150" y="2505075"/>
            <a:ext cx="3887391"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61" name="Google Shape;61;p16"/>
          <p:cNvPicPr preferRelativeResize="0"/>
          <p:nvPr/>
        </p:nvPicPr>
        <p:blipFill rotWithShape="1">
          <a:blip r:embed="rId3">
            <a:alphaModFix/>
          </a:blip>
          <a:srcRect/>
          <a:stretch/>
        </p:blipFill>
        <p:spPr>
          <a:xfrm>
            <a:off x="626251" y="6356350"/>
            <a:ext cx="1293989" cy="365792"/>
          </a:xfrm>
          <a:prstGeom prst="rect">
            <a:avLst/>
          </a:prstGeom>
          <a:noFill/>
          <a:ln>
            <a:noFill/>
          </a:ln>
        </p:spPr>
      </p:pic>
      <p:pic>
        <p:nvPicPr>
          <p:cNvPr id="62" name="Google Shape;62;p16"/>
          <p:cNvPicPr preferRelativeResize="0"/>
          <p:nvPr/>
        </p:nvPicPr>
        <p:blipFill rotWithShape="1">
          <a:blip r:embed="rId4">
            <a:alphaModFix/>
          </a:blip>
          <a:srcRect/>
          <a:stretch/>
        </p:blipFill>
        <p:spPr>
          <a:xfrm>
            <a:off x="8515350" y="5986786"/>
            <a:ext cx="404603" cy="617231"/>
          </a:xfrm>
          <a:prstGeom prst="rect">
            <a:avLst/>
          </a:prstGeom>
          <a:noFill/>
          <a:ln>
            <a:noFill/>
          </a:ln>
        </p:spPr>
      </p:pic>
      <p:sp>
        <p:nvSpPr>
          <p:cNvPr id="63" name="Google Shape;63;p16"/>
          <p:cNvSpPr txBox="1">
            <a:spLocks noGrp="1"/>
          </p:cNvSpPr>
          <p:nvPr>
            <p:ph type="sldNum" idx="12"/>
          </p:nvPr>
        </p:nvSpPr>
        <p:spPr>
          <a:xfrm>
            <a:off x="8718403" y="39526"/>
            <a:ext cx="404603"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1pPr>
            <a:lvl2pPr marL="0" marR="0" lvl="1"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2pPr>
            <a:lvl3pPr marL="0" marR="0" lvl="2"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3pPr>
            <a:lvl4pPr marL="0" marR="0" lvl="3"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4pPr>
            <a:lvl5pPr marL="0" marR="0" lvl="4"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5pPr>
            <a:lvl6pPr marL="0" marR="0" lvl="5"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6pPr>
            <a:lvl7pPr marL="0" marR="0" lvl="6"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7pPr>
            <a:lvl8pPr marL="0" marR="0" lvl="7"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8pPr>
            <a:lvl9pPr marL="0" marR="0" lvl="8"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4"/>
        <p:cNvGrpSpPr/>
        <p:nvPr/>
      </p:nvGrpSpPr>
      <p:grpSpPr>
        <a:xfrm>
          <a:off x="0" y="0"/>
          <a:ext cx="0" cy="0"/>
          <a:chOff x="0" y="0"/>
          <a:chExt cx="0" cy="0"/>
        </a:xfrm>
      </p:grpSpPr>
      <p:pic>
        <p:nvPicPr>
          <p:cNvPr id="65" name="Google Shape;65;p17"/>
          <p:cNvPicPr preferRelativeResize="0"/>
          <p:nvPr/>
        </p:nvPicPr>
        <p:blipFill rotWithShape="1">
          <a:blip r:embed="rId2">
            <a:alphaModFix/>
          </a:blip>
          <a:srcRect/>
          <a:stretch/>
        </p:blipFill>
        <p:spPr>
          <a:xfrm>
            <a:off x="8817102" y="1"/>
            <a:ext cx="326899" cy="432817"/>
          </a:xfrm>
          <a:prstGeom prst="rect">
            <a:avLst/>
          </a:prstGeom>
          <a:noFill/>
          <a:ln>
            <a:noFill/>
          </a:ln>
        </p:spPr>
      </p:pic>
      <p:sp>
        <p:nvSpPr>
          <p:cNvPr id="66" name="Google Shape;66;p17"/>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4400"/>
              <a:buFont typeface="Arial"/>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67" name="Google Shape;67;p17"/>
          <p:cNvPicPr preferRelativeResize="0"/>
          <p:nvPr/>
        </p:nvPicPr>
        <p:blipFill rotWithShape="1">
          <a:blip r:embed="rId3">
            <a:alphaModFix/>
          </a:blip>
          <a:srcRect/>
          <a:stretch/>
        </p:blipFill>
        <p:spPr>
          <a:xfrm>
            <a:off x="626251" y="6356350"/>
            <a:ext cx="1293989" cy="365792"/>
          </a:xfrm>
          <a:prstGeom prst="rect">
            <a:avLst/>
          </a:prstGeom>
          <a:noFill/>
          <a:ln>
            <a:noFill/>
          </a:ln>
        </p:spPr>
      </p:pic>
      <p:pic>
        <p:nvPicPr>
          <p:cNvPr id="68" name="Google Shape;68;p17"/>
          <p:cNvPicPr preferRelativeResize="0"/>
          <p:nvPr/>
        </p:nvPicPr>
        <p:blipFill rotWithShape="1">
          <a:blip r:embed="rId4">
            <a:alphaModFix/>
          </a:blip>
          <a:srcRect/>
          <a:stretch/>
        </p:blipFill>
        <p:spPr>
          <a:xfrm>
            <a:off x="8515350" y="5986786"/>
            <a:ext cx="404603" cy="617231"/>
          </a:xfrm>
          <a:prstGeom prst="rect">
            <a:avLst/>
          </a:prstGeom>
          <a:noFill/>
          <a:ln>
            <a:noFill/>
          </a:ln>
        </p:spPr>
      </p:pic>
      <p:sp>
        <p:nvSpPr>
          <p:cNvPr id="69" name="Google Shape;69;p17"/>
          <p:cNvSpPr txBox="1">
            <a:spLocks noGrp="1"/>
          </p:cNvSpPr>
          <p:nvPr>
            <p:ph type="sldNum" idx="12"/>
          </p:nvPr>
        </p:nvSpPr>
        <p:spPr>
          <a:xfrm>
            <a:off x="8718403" y="39526"/>
            <a:ext cx="404603"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1pPr>
            <a:lvl2pPr marL="0" marR="0" lvl="1"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2pPr>
            <a:lvl3pPr marL="0" marR="0" lvl="2"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3pPr>
            <a:lvl4pPr marL="0" marR="0" lvl="3"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4pPr>
            <a:lvl5pPr marL="0" marR="0" lvl="4"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5pPr>
            <a:lvl6pPr marL="0" marR="0" lvl="5"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6pPr>
            <a:lvl7pPr marL="0" marR="0" lvl="6"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7pPr>
            <a:lvl8pPr marL="0" marR="0" lvl="7"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8pPr>
            <a:lvl9pPr marL="0" marR="0" lvl="8"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0"/>
        <p:cNvGrpSpPr/>
        <p:nvPr/>
      </p:nvGrpSpPr>
      <p:grpSpPr>
        <a:xfrm>
          <a:off x="0" y="0"/>
          <a:ext cx="0" cy="0"/>
          <a:chOff x="0" y="0"/>
          <a:chExt cx="0" cy="0"/>
        </a:xfrm>
      </p:grpSpPr>
      <p:pic>
        <p:nvPicPr>
          <p:cNvPr id="71" name="Google Shape;71;p18"/>
          <p:cNvPicPr preferRelativeResize="0"/>
          <p:nvPr/>
        </p:nvPicPr>
        <p:blipFill rotWithShape="1">
          <a:blip r:embed="rId2">
            <a:alphaModFix/>
          </a:blip>
          <a:srcRect/>
          <a:stretch/>
        </p:blipFill>
        <p:spPr>
          <a:xfrm>
            <a:off x="8817102" y="1"/>
            <a:ext cx="326899" cy="432817"/>
          </a:xfrm>
          <a:prstGeom prst="rect">
            <a:avLst/>
          </a:prstGeom>
          <a:noFill/>
          <a:ln>
            <a:noFill/>
          </a:ln>
        </p:spPr>
      </p:pic>
      <p:pic>
        <p:nvPicPr>
          <p:cNvPr id="72" name="Google Shape;72;p18"/>
          <p:cNvPicPr preferRelativeResize="0"/>
          <p:nvPr/>
        </p:nvPicPr>
        <p:blipFill rotWithShape="1">
          <a:blip r:embed="rId3">
            <a:alphaModFix/>
          </a:blip>
          <a:srcRect/>
          <a:stretch/>
        </p:blipFill>
        <p:spPr>
          <a:xfrm>
            <a:off x="626251" y="6356350"/>
            <a:ext cx="1293989" cy="365792"/>
          </a:xfrm>
          <a:prstGeom prst="rect">
            <a:avLst/>
          </a:prstGeom>
          <a:noFill/>
          <a:ln>
            <a:noFill/>
          </a:ln>
        </p:spPr>
      </p:pic>
      <p:pic>
        <p:nvPicPr>
          <p:cNvPr id="73" name="Google Shape;73;p18"/>
          <p:cNvPicPr preferRelativeResize="0"/>
          <p:nvPr/>
        </p:nvPicPr>
        <p:blipFill rotWithShape="1">
          <a:blip r:embed="rId4">
            <a:alphaModFix/>
          </a:blip>
          <a:srcRect/>
          <a:stretch/>
        </p:blipFill>
        <p:spPr>
          <a:xfrm>
            <a:off x="8515350" y="5986786"/>
            <a:ext cx="404603" cy="617231"/>
          </a:xfrm>
          <a:prstGeom prst="rect">
            <a:avLst/>
          </a:prstGeom>
          <a:noFill/>
          <a:ln>
            <a:noFill/>
          </a:ln>
        </p:spPr>
      </p:pic>
      <p:sp>
        <p:nvSpPr>
          <p:cNvPr id="74" name="Google Shape;74;p18"/>
          <p:cNvSpPr txBox="1">
            <a:spLocks noGrp="1"/>
          </p:cNvSpPr>
          <p:nvPr>
            <p:ph type="sldNum" idx="12"/>
          </p:nvPr>
        </p:nvSpPr>
        <p:spPr>
          <a:xfrm>
            <a:off x="8718403" y="39526"/>
            <a:ext cx="404603"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1pPr>
            <a:lvl2pPr marL="0" marR="0" lvl="1"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2pPr>
            <a:lvl3pPr marL="0" marR="0" lvl="2"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3pPr>
            <a:lvl4pPr marL="0" marR="0" lvl="3"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4pPr>
            <a:lvl5pPr marL="0" marR="0" lvl="4"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5pPr>
            <a:lvl6pPr marL="0" marR="0" lvl="5"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6pPr>
            <a:lvl7pPr marL="0" marR="0" lvl="6"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7pPr>
            <a:lvl8pPr marL="0" marR="0" lvl="7"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8pPr>
            <a:lvl9pPr marL="0" marR="0" lvl="8"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5"/>
        <p:cNvGrpSpPr/>
        <p:nvPr/>
      </p:nvGrpSpPr>
      <p:grpSpPr>
        <a:xfrm>
          <a:off x="0" y="0"/>
          <a:ext cx="0" cy="0"/>
          <a:chOff x="0" y="0"/>
          <a:chExt cx="0" cy="0"/>
        </a:xfrm>
      </p:grpSpPr>
      <p:pic>
        <p:nvPicPr>
          <p:cNvPr id="76" name="Google Shape;76;p19"/>
          <p:cNvPicPr preferRelativeResize="0"/>
          <p:nvPr/>
        </p:nvPicPr>
        <p:blipFill rotWithShape="1">
          <a:blip r:embed="rId2">
            <a:alphaModFix/>
          </a:blip>
          <a:srcRect/>
          <a:stretch/>
        </p:blipFill>
        <p:spPr>
          <a:xfrm>
            <a:off x="8817102" y="1"/>
            <a:ext cx="326899" cy="432817"/>
          </a:xfrm>
          <a:prstGeom prst="rect">
            <a:avLst/>
          </a:prstGeom>
          <a:noFill/>
          <a:ln>
            <a:noFill/>
          </a:ln>
        </p:spPr>
      </p:pic>
      <p:sp>
        <p:nvSpPr>
          <p:cNvPr id="77" name="Google Shape;77;p19"/>
          <p:cNvSpPr txBox="1">
            <a:spLocks noGrp="1"/>
          </p:cNvSpPr>
          <p:nvPr>
            <p:ph type="title"/>
          </p:nvPr>
        </p:nvSpPr>
        <p:spPr>
          <a:xfrm>
            <a:off x="629841" y="457200"/>
            <a:ext cx="2949178" cy="1112838"/>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2"/>
              </a:buClr>
              <a:buSzPts val="3200"/>
              <a:buFont typeface="Arial"/>
              <a:buNone/>
              <a:defRPr sz="3200">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9"/>
          <p:cNvSpPr txBox="1">
            <a:spLocks noGrp="1"/>
          </p:cNvSpPr>
          <p:nvPr>
            <p:ph type="body" idx="1"/>
          </p:nvPr>
        </p:nvSpPr>
        <p:spPr>
          <a:xfrm>
            <a:off x="3887391" y="987426"/>
            <a:ext cx="462915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9" name="Google Shape;79;p19"/>
          <p:cNvSpPr txBox="1">
            <a:spLocks noGrp="1"/>
          </p:cNvSpPr>
          <p:nvPr>
            <p:ph type="body" idx="2"/>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80" name="Google Shape;80;p19"/>
          <p:cNvPicPr preferRelativeResize="0"/>
          <p:nvPr/>
        </p:nvPicPr>
        <p:blipFill rotWithShape="1">
          <a:blip r:embed="rId3">
            <a:alphaModFix/>
          </a:blip>
          <a:srcRect/>
          <a:stretch/>
        </p:blipFill>
        <p:spPr>
          <a:xfrm>
            <a:off x="626251" y="6356350"/>
            <a:ext cx="1293989" cy="365792"/>
          </a:xfrm>
          <a:prstGeom prst="rect">
            <a:avLst/>
          </a:prstGeom>
          <a:noFill/>
          <a:ln>
            <a:noFill/>
          </a:ln>
        </p:spPr>
      </p:pic>
      <p:pic>
        <p:nvPicPr>
          <p:cNvPr id="81" name="Google Shape;81;p19"/>
          <p:cNvPicPr preferRelativeResize="0"/>
          <p:nvPr/>
        </p:nvPicPr>
        <p:blipFill rotWithShape="1">
          <a:blip r:embed="rId4">
            <a:alphaModFix/>
          </a:blip>
          <a:srcRect/>
          <a:stretch/>
        </p:blipFill>
        <p:spPr>
          <a:xfrm>
            <a:off x="8515350" y="5986786"/>
            <a:ext cx="404603" cy="617231"/>
          </a:xfrm>
          <a:prstGeom prst="rect">
            <a:avLst/>
          </a:prstGeom>
          <a:noFill/>
          <a:ln>
            <a:noFill/>
          </a:ln>
        </p:spPr>
      </p:pic>
      <p:sp>
        <p:nvSpPr>
          <p:cNvPr id="82" name="Google Shape;82;p19"/>
          <p:cNvSpPr txBox="1">
            <a:spLocks noGrp="1"/>
          </p:cNvSpPr>
          <p:nvPr>
            <p:ph type="sldNum" idx="12"/>
          </p:nvPr>
        </p:nvSpPr>
        <p:spPr>
          <a:xfrm>
            <a:off x="8718403" y="39526"/>
            <a:ext cx="404603"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1pPr>
            <a:lvl2pPr marL="0" marR="0" lvl="1"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2pPr>
            <a:lvl3pPr marL="0" marR="0" lvl="2"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3pPr>
            <a:lvl4pPr marL="0" marR="0" lvl="3"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4pPr>
            <a:lvl5pPr marL="0" marR="0" lvl="4"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5pPr>
            <a:lvl6pPr marL="0" marR="0" lvl="5"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6pPr>
            <a:lvl7pPr marL="0" marR="0" lvl="6"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7pPr>
            <a:lvl8pPr marL="0" marR="0" lvl="7"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8pPr>
            <a:lvl9pPr marL="0" marR="0" lvl="8"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3"/>
        <p:cNvGrpSpPr/>
        <p:nvPr/>
      </p:nvGrpSpPr>
      <p:grpSpPr>
        <a:xfrm>
          <a:off x="0" y="0"/>
          <a:ext cx="0" cy="0"/>
          <a:chOff x="0" y="0"/>
          <a:chExt cx="0" cy="0"/>
        </a:xfrm>
      </p:grpSpPr>
      <p:sp>
        <p:nvSpPr>
          <p:cNvPr id="84" name="Google Shape;84;p20"/>
          <p:cNvSpPr/>
          <p:nvPr/>
        </p:nvSpPr>
        <p:spPr>
          <a:xfrm>
            <a:off x="3807619" y="885826"/>
            <a:ext cx="4706540" cy="4983163"/>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lt1"/>
              </a:solidFill>
              <a:latin typeface="Arial"/>
              <a:ea typeface="Arial"/>
              <a:cs typeface="Arial"/>
              <a:sym typeface="Arial"/>
            </a:endParaRPr>
          </a:p>
        </p:txBody>
      </p:sp>
      <p:pic>
        <p:nvPicPr>
          <p:cNvPr id="85" name="Google Shape;85;p20"/>
          <p:cNvPicPr preferRelativeResize="0"/>
          <p:nvPr/>
        </p:nvPicPr>
        <p:blipFill rotWithShape="1">
          <a:blip r:embed="rId2">
            <a:alphaModFix/>
          </a:blip>
          <a:srcRect/>
          <a:stretch/>
        </p:blipFill>
        <p:spPr>
          <a:xfrm>
            <a:off x="8817102" y="1"/>
            <a:ext cx="326899" cy="432817"/>
          </a:xfrm>
          <a:prstGeom prst="rect">
            <a:avLst/>
          </a:prstGeom>
          <a:noFill/>
          <a:ln>
            <a:noFill/>
          </a:ln>
        </p:spPr>
      </p:pic>
      <p:sp>
        <p:nvSpPr>
          <p:cNvPr id="86" name="Google Shape;86;p20"/>
          <p:cNvSpPr txBox="1">
            <a:spLocks noGrp="1"/>
          </p:cNvSpPr>
          <p:nvPr>
            <p:ph type="title"/>
          </p:nvPr>
        </p:nvSpPr>
        <p:spPr>
          <a:xfrm>
            <a:off x="629841" y="457200"/>
            <a:ext cx="2949178" cy="1112838"/>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2"/>
              </a:buClr>
              <a:buSzPts val="3200"/>
              <a:buFont typeface="Arial"/>
              <a:buNone/>
              <a:defRPr sz="3200">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20"/>
          <p:cNvSpPr>
            <a:spLocks noGrp="1"/>
          </p:cNvSpPr>
          <p:nvPr>
            <p:ph type="pic" idx="2"/>
          </p:nvPr>
        </p:nvSpPr>
        <p:spPr>
          <a:xfrm>
            <a:off x="3887391" y="987426"/>
            <a:ext cx="4549378" cy="4737100"/>
          </a:xfrm>
          <a:prstGeom prst="rect">
            <a:avLst/>
          </a:prstGeom>
          <a:noFill/>
          <a:ln>
            <a:noFill/>
          </a:ln>
        </p:spPr>
      </p:sp>
      <p:sp>
        <p:nvSpPr>
          <p:cNvPr id="88" name="Google Shape;88;p20"/>
          <p:cNvSpPr txBox="1">
            <a:spLocks noGrp="1"/>
          </p:cNvSpPr>
          <p:nvPr>
            <p:ph type="body" idx="1"/>
          </p:nvPr>
        </p:nvSpPr>
        <p:spPr>
          <a:xfrm>
            <a:off x="629841" y="1578718"/>
            <a:ext cx="2949178" cy="429026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89" name="Google Shape;89;p20"/>
          <p:cNvPicPr preferRelativeResize="0"/>
          <p:nvPr/>
        </p:nvPicPr>
        <p:blipFill rotWithShape="1">
          <a:blip r:embed="rId3">
            <a:alphaModFix/>
          </a:blip>
          <a:srcRect/>
          <a:stretch/>
        </p:blipFill>
        <p:spPr>
          <a:xfrm>
            <a:off x="626251" y="6356350"/>
            <a:ext cx="1293989" cy="365792"/>
          </a:xfrm>
          <a:prstGeom prst="rect">
            <a:avLst/>
          </a:prstGeom>
          <a:noFill/>
          <a:ln>
            <a:noFill/>
          </a:ln>
        </p:spPr>
      </p:pic>
      <p:pic>
        <p:nvPicPr>
          <p:cNvPr id="90" name="Google Shape;90;p20"/>
          <p:cNvPicPr preferRelativeResize="0"/>
          <p:nvPr/>
        </p:nvPicPr>
        <p:blipFill rotWithShape="1">
          <a:blip r:embed="rId4">
            <a:alphaModFix/>
          </a:blip>
          <a:srcRect/>
          <a:stretch/>
        </p:blipFill>
        <p:spPr>
          <a:xfrm>
            <a:off x="8515350" y="5986786"/>
            <a:ext cx="404603" cy="617231"/>
          </a:xfrm>
          <a:prstGeom prst="rect">
            <a:avLst/>
          </a:prstGeom>
          <a:noFill/>
          <a:ln>
            <a:noFill/>
          </a:ln>
        </p:spPr>
      </p:pic>
      <p:sp>
        <p:nvSpPr>
          <p:cNvPr id="91" name="Google Shape;91;p20"/>
          <p:cNvSpPr txBox="1">
            <a:spLocks noGrp="1"/>
          </p:cNvSpPr>
          <p:nvPr>
            <p:ph type="sldNum" idx="12"/>
          </p:nvPr>
        </p:nvSpPr>
        <p:spPr>
          <a:xfrm>
            <a:off x="8718403" y="39526"/>
            <a:ext cx="404603"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1pPr>
            <a:lvl2pPr marL="0" marR="0" lvl="1"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2pPr>
            <a:lvl3pPr marL="0" marR="0" lvl="2"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3pPr>
            <a:lvl4pPr marL="0" marR="0" lvl="3"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4pPr>
            <a:lvl5pPr marL="0" marR="0" lvl="4"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5pPr>
            <a:lvl6pPr marL="0" marR="0" lvl="5"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6pPr>
            <a:lvl7pPr marL="0" marR="0" lvl="6"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7pPr>
            <a:lvl8pPr marL="0" marR="0" lvl="7"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8pPr>
            <a:lvl9pPr marL="0" marR="0" lvl="8"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2"/>
        <p:cNvGrpSpPr/>
        <p:nvPr/>
      </p:nvGrpSpPr>
      <p:grpSpPr>
        <a:xfrm>
          <a:off x="0" y="0"/>
          <a:ext cx="0" cy="0"/>
          <a:chOff x="0" y="0"/>
          <a:chExt cx="0" cy="0"/>
        </a:xfrm>
      </p:grpSpPr>
      <p:pic>
        <p:nvPicPr>
          <p:cNvPr id="93" name="Google Shape;93;p21"/>
          <p:cNvPicPr preferRelativeResize="0"/>
          <p:nvPr/>
        </p:nvPicPr>
        <p:blipFill rotWithShape="1">
          <a:blip r:embed="rId2">
            <a:alphaModFix/>
          </a:blip>
          <a:srcRect/>
          <a:stretch/>
        </p:blipFill>
        <p:spPr>
          <a:xfrm>
            <a:off x="8817102" y="1"/>
            <a:ext cx="326899" cy="432817"/>
          </a:xfrm>
          <a:prstGeom prst="rect">
            <a:avLst/>
          </a:prstGeom>
          <a:noFill/>
          <a:ln>
            <a:noFill/>
          </a:ln>
        </p:spPr>
      </p:pic>
      <p:sp>
        <p:nvSpPr>
          <p:cNvPr id="94" name="Google Shape;94;p21"/>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4400"/>
              <a:buFont typeface="Arial"/>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5" name="Google Shape;95;p21"/>
          <p:cNvSpPr txBox="1">
            <a:spLocks noGrp="1"/>
          </p:cNvSpPr>
          <p:nvPr>
            <p:ph type="body" idx="1"/>
          </p:nvPr>
        </p:nvSpPr>
        <p:spPr>
          <a:xfrm rot="5400000">
            <a:off x="2396331" y="57944"/>
            <a:ext cx="4351338" cy="7886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96" name="Google Shape;96;p21"/>
          <p:cNvPicPr preferRelativeResize="0"/>
          <p:nvPr/>
        </p:nvPicPr>
        <p:blipFill rotWithShape="1">
          <a:blip r:embed="rId3">
            <a:alphaModFix/>
          </a:blip>
          <a:srcRect/>
          <a:stretch/>
        </p:blipFill>
        <p:spPr>
          <a:xfrm>
            <a:off x="626251" y="6356350"/>
            <a:ext cx="1293989" cy="365792"/>
          </a:xfrm>
          <a:prstGeom prst="rect">
            <a:avLst/>
          </a:prstGeom>
          <a:noFill/>
          <a:ln>
            <a:noFill/>
          </a:ln>
        </p:spPr>
      </p:pic>
      <p:pic>
        <p:nvPicPr>
          <p:cNvPr id="97" name="Google Shape;97;p21"/>
          <p:cNvPicPr preferRelativeResize="0"/>
          <p:nvPr/>
        </p:nvPicPr>
        <p:blipFill rotWithShape="1">
          <a:blip r:embed="rId4">
            <a:alphaModFix/>
          </a:blip>
          <a:srcRect/>
          <a:stretch/>
        </p:blipFill>
        <p:spPr>
          <a:xfrm>
            <a:off x="8515350" y="5986786"/>
            <a:ext cx="404603" cy="617231"/>
          </a:xfrm>
          <a:prstGeom prst="rect">
            <a:avLst/>
          </a:prstGeom>
          <a:noFill/>
          <a:ln>
            <a:noFill/>
          </a:ln>
        </p:spPr>
      </p:pic>
      <p:sp>
        <p:nvSpPr>
          <p:cNvPr id="98" name="Google Shape;98;p21"/>
          <p:cNvSpPr txBox="1">
            <a:spLocks noGrp="1"/>
          </p:cNvSpPr>
          <p:nvPr>
            <p:ph type="sldNum" idx="12"/>
          </p:nvPr>
        </p:nvSpPr>
        <p:spPr>
          <a:xfrm>
            <a:off x="8718403" y="39526"/>
            <a:ext cx="404603"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1pPr>
            <a:lvl2pPr marL="0" marR="0" lvl="1"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2pPr>
            <a:lvl3pPr marL="0" marR="0" lvl="2"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3pPr>
            <a:lvl4pPr marL="0" marR="0" lvl="3"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4pPr>
            <a:lvl5pPr marL="0" marR="0" lvl="4"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5pPr>
            <a:lvl6pPr marL="0" marR="0" lvl="5"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6pPr>
            <a:lvl7pPr marL="0" marR="0" lvl="6"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7pPr>
            <a:lvl8pPr marL="0" marR="0" lvl="7"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8pPr>
            <a:lvl9pPr marL="0" marR="0" lvl="8"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9"/>
        <p:cNvGrpSpPr/>
        <p:nvPr/>
      </p:nvGrpSpPr>
      <p:grpSpPr>
        <a:xfrm>
          <a:off x="0" y="0"/>
          <a:ext cx="0" cy="0"/>
          <a:chOff x="0" y="0"/>
          <a:chExt cx="0" cy="0"/>
        </a:xfrm>
      </p:grpSpPr>
      <p:pic>
        <p:nvPicPr>
          <p:cNvPr id="100" name="Google Shape;100;p22"/>
          <p:cNvPicPr preferRelativeResize="0"/>
          <p:nvPr/>
        </p:nvPicPr>
        <p:blipFill rotWithShape="1">
          <a:blip r:embed="rId2">
            <a:alphaModFix/>
          </a:blip>
          <a:srcRect/>
          <a:stretch/>
        </p:blipFill>
        <p:spPr>
          <a:xfrm>
            <a:off x="8817102" y="1"/>
            <a:ext cx="326899" cy="432817"/>
          </a:xfrm>
          <a:prstGeom prst="rect">
            <a:avLst/>
          </a:prstGeom>
          <a:noFill/>
          <a:ln>
            <a:noFill/>
          </a:ln>
        </p:spPr>
      </p:pic>
      <p:sp>
        <p:nvSpPr>
          <p:cNvPr id="101" name="Google Shape;101;p22"/>
          <p:cNvSpPr txBox="1">
            <a:spLocks noGrp="1"/>
          </p:cNvSpPr>
          <p:nvPr>
            <p:ph type="title"/>
          </p:nvPr>
        </p:nvSpPr>
        <p:spPr>
          <a:xfrm rot="5400000">
            <a:off x="4623594" y="2285207"/>
            <a:ext cx="5811838"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4400"/>
              <a:buFont typeface="Arial"/>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2" name="Google Shape;102;p22"/>
          <p:cNvSpPr txBox="1">
            <a:spLocks noGrp="1"/>
          </p:cNvSpPr>
          <p:nvPr>
            <p:ph type="body" idx="1"/>
          </p:nvPr>
        </p:nvSpPr>
        <p:spPr>
          <a:xfrm rot="5400000">
            <a:off x="623094" y="370682"/>
            <a:ext cx="5811838" cy="58007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103" name="Google Shape;103;p22"/>
          <p:cNvPicPr preferRelativeResize="0"/>
          <p:nvPr/>
        </p:nvPicPr>
        <p:blipFill rotWithShape="1">
          <a:blip r:embed="rId3">
            <a:alphaModFix/>
          </a:blip>
          <a:srcRect/>
          <a:stretch/>
        </p:blipFill>
        <p:spPr>
          <a:xfrm>
            <a:off x="626251" y="6356350"/>
            <a:ext cx="1293989" cy="365792"/>
          </a:xfrm>
          <a:prstGeom prst="rect">
            <a:avLst/>
          </a:prstGeom>
          <a:noFill/>
          <a:ln>
            <a:noFill/>
          </a:ln>
        </p:spPr>
      </p:pic>
      <p:pic>
        <p:nvPicPr>
          <p:cNvPr id="104" name="Google Shape;104;p22"/>
          <p:cNvPicPr preferRelativeResize="0"/>
          <p:nvPr/>
        </p:nvPicPr>
        <p:blipFill rotWithShape="1">
          <a:blip r:embed="rId4">
            <a:alphaModFix/>
          </a:blip>
          <a:srcRect/>
          <a:stretch/>
        </p:blipFill>
        <p:spPr>
          <a:xfrm>
            <a:off x="8515350" y="5986786"/>
            <a:ext cx="404603" cy="617231"/>
          </a:xfrm>
          <a:prstGeom prst="rect">
            <a:avLst/>
          </a:prstGeom>
          <a:noFill/>
          <a:ln>
            <a:noFill/>
          </a:ln>
        </p:spPr>
      </p:pic>
      <p:sp>
        <p:nvSpPr>
          <p:cNvPr id="105" name="Google Shape;105;p22"/>
          <p:cNvSpPr txBox="1">
            <a:spLocks noGrp="1"/>
          </p:cNvSpPr>
          <p:nvPr>
            <p:ph type="sldNum" idx="12"/>
          </p:nvPr>
        </p:nvSpPr>
        <p:spPr>
          <a:xfrm>
            <a:off x="8718403" y="39526"/>
            <a:ext cx="404603"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1pPr>
            <a:lvl2pPr marL="0" marR="0" lvl="1"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2pPr>
            <a:lvl3pPr marL="0" marR="0" lvl="2"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3pPr>
            <a:lvl4pPr marL="0" marR="0" lvl="3"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4pPr>
            <a:lvl5pPr marL="0" marR="0" lvl="4"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5pPr>
            <a:lvl6pPr marL="0" marR="0" lvl="5"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6pPr>
            <a:lvl7pPr marL="0" marR="0" lvl="6"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7pPr>
            <a:lvl8pPr marL="0" marR="0" lvl="7"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8pPr>
            <a:lvl9pPr marL="0" marR="0" lvl="8" indent="0" algn="r">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_Title Slide">
  <p:cSld name="1_Title Slide">
    <p:bg>
      <p:bgPr>
        <a:solidFill>
          <a:schemeClr val="dk2"/>
        </a:solidFill>
        <a:effectLst/>
      </p:bgPr>
    </p:bg>
    <p:spTree>
      <p:nvGrpSpPr>
        <p:cNvPr id="1" name="Shape 106"/>
        <p:cNvGrpSpPr/>
        <p:nvPr/>
      </p:nvGrpSpPr>
      <p:grpSpPr>
        <a:xfrm>
          <a:off x="0" y="0"/>
          <a:ext cx="0" cy="0"/>
          <a:chOff x="0" y="0"/>
          <a:chExt cx="0" cy="0"/>
        </a:xfrm>
      </p:grpSpPr>
      <p:pic>
        <p:nvPicPr>
          <p:cNvPr id="107" name="Google Shape;107;p23"/>
          <p:cNvPicPr preferRelativeResize="0"/>
          <p:nvPr/>
        </p:nvPicPr>
        <p:blipFill rotWithShape="1">
          <a:blip r:embed="rId2">
            <a:alphaModFix/>
          </a:blip>
          <a:srcRect/>
          <a:stretch/>
        </p:blipFill>
        <p:spPr>
          <a:xfrm>
            <a:off x="819272" y="3032254"/>
            <a:ext cx="256526" cy="376238"/>
          </a:xfrm>
          <a:prstGeom prst="rect">
            <a:avLst/>
          </a:prstGeom>
          <a:noFill/>
          <a:ln>
            <a:noFill/>
          </a:ln>
        </p:spPr>
      </p:pic>
      <p:pic>
        <p:nvPicPr>
          <p:cNvPr id="108" name="Google Shape;108;p23"/>
          <p:cNvPicPr preferRelativeResize="0"/>
          <p:nvPr/>
        </p:nvPicPr>
        <p:blipFill rotWithShape="1">
          <a:blip r:embed="rId3">
            <a:alphaModFix/>
          </a:blip>
          <a:srcRect/>
          <a:stretch/>
        </p:blipFill>
        <p:spPr>
          <a:xfrm>
            <a:off x="832334" y="3926565"/>
            <a:ext cx="230400" cy="384000"/>
          </a:xfrm>
          <a:prstGeom prst="rect">
            <a:avLst/>
          </a:prstGeom>
          <a:noFill/>
          <a:ln>
            <a:noFill/>
          </a:ln>
        </p:spPr>
      </p:pic>
      <p:pic>
        <p:nvPicPr>
          <p:cNvPr id="109" name="Google Shape;109;p23"/>
          <p:cNvPicPr preferRelativeResize="0"/>
          <p:nvPr/>
        </p:nvPicPr>
        <p:blipFill rotWithShape="1">
          <a:blip r:embed="rId4">
            <a:alphaModFix/>
          </a:blip>
          <a:srcRect/>
          <a:stretch/>
        </p:blipFill>
        <p:spPr>
          <a:xfrm>
            <a:off x="795582" y="4758612"/>
            <a:ext cx="303907" cy="405209"/>
          </a:xfrm>
          <a:prstGeom prst="rect">
            <a:avLst/>
          </a:prstGeom>
          <a:noFill/>
          <a:ln>
            <a:noFill/>
          </a:ln>
        </p:spPr>
      </p:pic>
      <p:pic>
        <p:nvPicPr>
          <p:cNvPr id="110" name="Google Shape;110;p23"/>
          <p:cNvPicPr preferRelativeResize="0"/>
          <p:nvPr/>
        </p:nvPicPr>
        <p:blipFill rotWithShape="1">
          <a:blip r:embed="rId5">
            <a:alphaModFix/>
          </a:blip>
          <a:srcRect/>
          <a:stretch/>
        </p:blipFill>
        <p:spPr>
          <a:xfrm>
            <a:off x="832334" y="5676372"/>
            <a:ext cx="2379641" cy="376042"/>
          </a:xfrm>
          <a:prstGeom prst="rect">
            <a:avLst/>
          </a:prstGeom>
          <a:noFill/>
          <a:ln>
            <a:noFill/>
          </a:ln>
        </p:spPr>
      </p:pic>
      <p:pic>
        <p:nvPicPr>
          <p:cNvPr id="111" name="Google Shape;111;p23"/>
          <p:cNvPicPr preferRelativeResize="0"/>
          <p:nvPr/>
        </p:nvPicPr>
        <p:blipFill rotWithShape="1">
          <a:blip r:embed="rId6">
            <a:alphaModFix/>
          </a:blip>
          <a:srcRect/>
          <a:stretch/>
        </p:blipFill>
        <p:spPr>
          <a:xfrm>
            <a:off x="708661" y="1041399"/>
            <a:ext cx="3570428" cy="1037560"/>
          </a:xfrm>
          <a:prstGeom prst="rect">
            <a:avLst/>
          </a:prstGeom>
          <a:noFill/>
          <a:ln>
            <a:noFill/>
          </a:ln>
        </p:spPr>
      </p:pic>
      <p:sp>
        <p:nvSpPr>
          <p:cNvPr id="112" name="Google Shape;112;p23"/>
          <p:cNvSpPr txBox="1"/>
          <p:nvPr/>
        </p:nvSpPr>
        <p:spPr>
          <a:xfrm>
            <a:off x="1221580" y="3921043"/>
            <a:ext cx="6345080" cy="36395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a:solidFill>
                  <a:schemeClr val="lt1"/>
                </a:solidFill>
                <a:latin typeface="Arial"/>
                <a:ea typeface="Arial"/>
                <a:cs typeface="Arial"/>
                <a:sym typeface="Arial"/>
              </a:rPr>
              <a:t>0731 3111500, 0731 3111501 </a:t>
            </a:r>
            <a:endParaRPr sz="1800">
              <a:solidFill>
                <a:schemeClr val="dk1"/>
              </a:solidFill>
              <a:latin typeface="Arial"/>
              <a:ea typeface="Arial"/>
              <a:cs typeface="Arial"/>
              <a:sym typeface="Arial"/>
            </a:endParaRPr>
          </a:p>
        </p:txBody>
      </p:sp>
      <p:sp>
        <p:nvSpPr>
          <p:cNvPr id="113" name="Google Shape;113;p23"/>
          <p:cNvSpPr txBox="1"/>
          <p:nvPr/>
        </p:nvSpPr>
        <p:spPr>
          <a:xfrm>
            <a:off x="1221581" y="4797554"/>
            <a:ext cx="6305550" cy="405209"/>
          </a:xfrm>
          <a:prstGeom prst="rect">
            <a:avLst/>
          </a:prstGeom>
          <a:noFill/>
          <a:ln>
            <a:noFill/>
          </a:ln>
        </p:spPr>
        <p:txBody>
          <a:bodyPr spcFirstLastPara="1" wrap="square" lIns="91425" tIns="45700" rIns="91425" bIns="45700" anchor="t" anchorCtr="0">
            <a:normAutofit lnSpcReduction="10000"/>
          </a:bodyPr>
          <a:lstStyle/>
          <a:p>
            <a:pPr marL="0" marR="0" lvl="0" indent="0" algn="l" rtl="0">
              <a:lnSpc>
                <a:spcPct val="90000"/>
              </a:lnSpc>
              <a:spcBef>
                <a:spcPts val="0"/>
              </a:spcBef>
              <a:spcAft>
                <a:spcPts val="0"/>
              </a:spcAft>
              <a:buClr>
                <a:schemeClr val="lt1"/>
              </a:buClr>
              <a:buSzPts val="2400"/>
              <a:buFont typeface="Arial"/>
              <a:buNone/>
            </a:pPr>
            <a:r>
              <a:rPr lang="en-US" sz="2400">
                <a:solidFill>
                  <a:schemeClr val="lt1"/>
                </a:solidFill>
                <a:latin typeface="Arial"/>
                <a:ea typeface="Arial"/>
                <a:cs typeface="Arial"/>
                <a:sym typeface="Arial"/>
              </a:rPr>
              <a:t>www.medicaps.ac.in</a:t>
            </a:r>
            <a:endParaRPr sz="1800">
              <a:solidFill>
                <a:schemeClr val="dk1"/>
              </a:solidFill>
              <a:latin typeface="Arial"/>
              <a:ea typeface="Arial"/>
              <a:cs typeface="Arial"/>
              <a:sym typeface="Arial"/>
            </a:endParaRPr>
          </a:p>
        </p:txBody>
      </p:sp>
      <p:sp>
        <p:nvSpPr>
          <p:cNvPr id="114" name="Google Shape;114;p23"/>
          <p:cNvSpPr txBox="1"/>
          <p:nvPr/>
        </p:nvSpPr>
        <p:spPr>
          <a:xfrm>
            <a:off x="1221580" y="3030245"/>
            <a:ext cx="6345080" cy="36395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a:solidFill>
                  <a:schemeClr val="lt1"/>
                </a:solidFill>
                <a:latin typeface="Arial"/>
                <a:ea typeface="Arial"/>
                <a:cs typeface="Arial"/>
                <a:sym typeface="Arial"/>
              </a:rPr>
              <a:t>A.B. Road, Pigdamber, Rau, Indore – 453331 </a:t>
            </a:r>
            <a:endParaRPr sz="1800">
              <a:solidFill>
                <a:schemeClr val="dk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Text, and 2 Content" type="txAndTwoObj">
  <p:cSld name="TEXT_AND_TWO_OBJECTS">
    <p:spTree>
      <p:nvGrpSpPr>
        <p:cNvPr id="1" name="Shape 115"/>
        <p:cNvGrpSpPr/>
        <p:nvPr/>
      </p:nvGrpSpPr>
      <p:grpSpPr>
        <a:xfrm>
          <a:off x="0" y="0"/>
          <a:ext cx="0" cy="0"/>
          <a:chOff x="0" y="0"/>
          <a:chExt cx="0" cy="0"/>
        </a:xfrm>
      </p:grpSpPr>
      <p:sp>
        <p:nvSpPr>
          <p:cNvPr id="116" name="Google Shape;116;p24"/>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17" name="Google Shape;117;p24"/>
          <p:cNvSpPr txBox="1">
            <a:spLocks noGrp="1"/>
          </p:cNvSpPr>
          <p:nvPr>
            <p:ph type="body" idx="1"/>
          </p:nvPr>
        </p:nvSpPr>
        <p:spPr>
          <a:xfrm>
            <a:off x="685800" y="1981200"/>
            <a:ext cx="3810000" cy="41148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360"/>
              </a:spcBef>
              <a:spcAft>
                <a:spcPts val="0"/>
              </a:spcAft>
              <a:buClr>
                <a:schemeClr val="dk1"/>
              </a:buClr>
              <a:buSzPts val="1800"/>
              <a:buChar char="•"/>
              <a:defRPr/>
            </a:lvl1pPr>
            <a:lvl2pPr marL="914400" lvl="1" indent="-342900" algn="l">
              <a:lnSpc>
                <a:spcPct val="90000"/>
              </a:lnSpc>
              <a:spcBef>
                <a:spcPts val="360"/>
              </a:spcBef>
              <a:spcAft>
                <a:spcPts val="0"/>
              </a:spcAft>
              <a:buClr>
                <a:schemeClr val="dk1"/>
              </a:buClr>
              <a:buSzPts val="1800"/>
              <a:buChar char="–"/>
              <a:defRPr/>
            </a:lvl2pPr>
            <a:lvl3pPr marL="1371600" lvl="2" indent="-342900" algn="l">
              <a:lnSpc>
                <a:spcPct val="90000"/>
              </a:lnSpc>
              <a:spcBef>
                <a:spcPts val="360"/>
              </a:spcBef>
              <a:spcAft>
                <a:spcPts val="0"/>
              </a:spcAft>
              <a:buClr>
                <a:schemeClr val="dk1"/>
              </a:buClr>
              <a:buSzPts val="1800"/>
              <a:buChar char="•"/>
              <a:defRPr/>
            </a:lvl3pPr>
            <a:lvl4pPr marL="1828800" lvl="3" indent="-342900" algn="l">
              <a:lnSpc>
                <a:spcPct val="90000"/>
              </a:lnSpc>
              <a:spcBef>
                <a:spcPts val="360"/>
              </a:spcBef>
              <a:spcAft>
                <a:spcPts val="0"/>
              </a:spcAft>
              <a:buClr>
                <a:schemeClr val="dk1"/>
              </a:buClr>
              <a:buSzPts val="1800"/>
              <a:buChar char="–"/>
              <a:defRPr/>
            </a:lvl4pPr>
            <a:lvl5pPr marL="2286000" lvl="4" indent="-342900" algn="l">
              <a:lnSpc>
                <a:spcPct val="90000"/>
              </a:lnSpc>
              <a:spcBef>
                <a:spcPts val="360"/>
              </a:spcBef>
              <a:spcAft>
                <a:spcPts val="0"/>
              </a:spcAft>
              <a:buClr>
                <a:schemeClr val="dk1"/>
              </a:buClr>
              <a:buSzPts val="1800"/>
              <a:buChar char="»"/>
              <a:defRPr/>
            </a:lvl5pPr>
            <a:lvl6pPr marL="2743200" lvl="5" indent="-342900" algn="l">
              <a:lnSpc>
                <a:spcPct val="90000"/>
              </a:lnSpc>
              <a:spcBef>
                <a:spcPts val="360"/>
              </a:spcBef>
              <a:spcAft>
                <a:spcPts val="0"/>
              </a:spcAft>
              <a:buClr>
                <a:schemeClr val="dk1"/>
              </a:buClr>
              <a:buSzPts val="1800"/>
              <a:buChar char="»"/>
              <a:defRPr/>
            </a:lvl6pPr>
            <a:lvl7pPr marL="3200400" lvl="6" indent="-342900" algn="l">
              <a:lnSpc>
                <a:spcPct val="90000"/>
              </a:lnSpc>
              <a:spcBef>
                <a:spcPts val="360"/>
              </a:spcBef>
              <a:spcAft>
                <a:spcPts val="0"/>
              </a:spcAft>
              <a:buClr>
                <a:schemeClr val="dk1"/>
              </a:buClr>
              <a:buSzPts val="1800"/>
              <a:buChar char="»"/>
              <a:defRPr/>
            </a:lvl7pPr>
            <a:lvl8pPr marL="3657600" lvl="7" indent="-342900" algn="l">
              <a:lnSpc>
                <a:spcPct val="90000"/>
              </a:lnSpc>
              <a:spcBef>
                <a:spcPts val="360"/>
              </a:spcBef>
              <a:spcAft>
                <a:spcPts val="0"/>
              </a:spcAft>
              <a:buClr>
                <a:schemeClr val="dk1"/>
              </a:buClr>
              <a:buSzPts val="1800"/>
              <a:buChar char="»"/>
              <a:defRPr/>
            </a:lvl8pPr>
            <a:lvl9pPr marL="4114800" lvl="8" indent="-342900" algn="l">
              <a:lnSpc>
                <a:spcPct val="90000"/>
              </a:lnSpc>
              <a:spcBef>
                <a:spcPts val="360"/>
              </a:spcBef>
              <a:spcAft>
                <a:spcPts val="0"/>
              </a:spcAft>
              <a:buClr>
                <a:schemeClr val="dk1"/>
              </a:buClr>
              <a:buSzPts val="1800"/>
              <a:buChar char="»"/>
              <a:defRPr/>
            </a:lvl9pPr>
          </a:lstStyle>
          <a:p>
            <a:endParaRPr/>
          </a:p>
        </p:txBody>
      </p:sp>
      <p:sp>
        <p:nvSpPr>
          <p:cNvPr id="118" name="Google Shape;118;p24"/>
          <p:cNvSpPr txBox="1">
            <a:spLocks noGrp="1"/>
          </p:cNvSpPr>
          <p:nvPr>
            <p:ph type="body" idx="2"/>
          </p:nvPr>
        </p:nvSpPr>
        <p:spPr>
          <a:xfrm>
            <a:off x="4648200" y="1981200"/>
            <a:ext cx="3810000" cy="19812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360"/>
              </a:spcBef>
              <a:spcAft>
                <a:spcPts val="0"/>
              </a:spcAft>
              <a:buClr>
                <a:schemeClr val="dk1"/>
              </a:buClr>
              <a:buSzPts val="1800"/>
              <a:buChar char="•"/>
              <a:defRPr/>
            </a:lvl1pPr>
            <a:lvl2pPr marL="914400" lvl="1" indent="-342900" algn="l">
              <a:lnSpc>
                <a:spcPct val="90000"/>
              </a:lnSpc>
              <a:spcBef>
                <a:spcPts val="360"/>
              </a:spcBef>
              <a:spcAft>
                <a:spcPts val="0"/>
              </a:spcAft>
              <a:buClr>
                <a:schemeClr val="dk1"/>
              </a:buClr>
              <a:buSzPts val="1800"/>
              <a:buChar char="–"/>
              <a:defRPr/>
            </a:lvl2pPr>
            <a:lvl3pPr marL="1371600" lvl="2" indent="-342900" algn="l">
              <a:lnSpc>
                <a:spcPct val="90000"/>
              </a:lnSpc>
              <a:spcBef>
                <a:spcPts val="360"/>
              </a:spcBef>
              <a:spcAft>
                <a:spcPts val="0"/>
              </a:spcAft>
              <a:buClr>
                <a:schemeClr val="dk1"/>
              </a:buClr>
              <a:buSzPts val="1800"/>
              <a:buChar char="•"/>
              <a:defRPr/>
            </a:lvl3pPr>
            <a:lvl4pPr marL="1828800" lvl="3" indent="-342900" algn="l">
              <a:lnSpc>
                <a:spcPct val="90000"/>
              </a:lnSpc>
              <a:spcBef>
                <a:spcPts val="360"/>
              </a:spcBef>
              <a:spcAft>
                <a:spcPts val="0"/>
              </a:spcAft>
              <a:buClr>
                <a:schemeClr val="dk1"/>
              </a:buClr>
              <a:buSzPts val="1800"/>
              <a:buChar char="–"/>
              <a:defRPr/>
            </a:lvl4pPr>
            <a:lvl5pPr marL="2286000" lvl="4" indent="-342900" algn="l">
              <a:lnSpc>
                <a:spcPct val="90000"/>
              </a:lnSpc>
              <a:spcBef>
                <a:spcPts val="360"/>
              </a:spcBef>
              <a:spcAft>
                <a:spcPts val="0"/>
              </a:spcAft>
              <a:buClr>
                <a:schemeClr val="dk1"/>
              </a:buClr>
              <a:buSzPts val="1800"/>
              <a:buChar char="»"/>
              <a:defRPr/>
            </a:lvl5pPr>
            <a:lvl6pPr marL="2743200" lvl="5" indent="-342900" algn="l">
              <a:lnSpc>
                <a:spcPct val="90000"/>
              </a:lnSpc>
              <a:spcBef>
                <a:spcPts val="360"/>
              </a:spcBef>
              <a:spcAft>
                <a:spcPts val="0"/>
              </a:spcAft>
              <a:buClr>
                <a:schemeClr val="dk1"/>
              </a:buClr>
              <a:buSzPts val="1800"/>
              <a:buChar char="»"/>
              <a:defRPr/>
            </a:lvl6pPr>
            <a:lvl7pPr marL="3200400" lvl="6" indent="-342900" algn="l">
              <a:lnSpc>
                <a:spcPct val="90000"/>
              </a:lnSpc>
              <a:spcBef>
                <a:spcPts val="360"/>
              </a:spcBef>
              <a:spcAft>
                <a:spcPts val="0"/>
              </a:spcAft>
              <a:buClr>
                <a:schemeClr val="dk1"/>
              </a:buClr>
              <a:buSzPts val="1800"/>
              <a:buChar char="»"/>
              <a:defRPr/>
            </a:lvl7pPr>
            <a:lvl8pPr marL="3657600" lvl="7" indent="-342900" algn="l">
              <a:lnSpc>
                <a:spcPct val="90000"/>
              </a:lnSpc>
              <a:spcBef>
                <a:spcPts val="360"/>
              </a:spcBef>
              <a:spcAft>
                <a:spcPts val="0"/>
              </a:spcAft>
              <a:buClr>
                <a:schemeClr val="dk1"/>
              </a:buClr>
              <a:buSzPts val="1800"/>
              <a:buChar char="»"/>
              <a:defRPr/>
            </a:lvl8pPr>
            <a:lvl9pPr marL="4114800" lvl="8" indent="-342900" algn="l">
              <a:lnSpc>
                <a:spcPct val="90000"/>
              </a:lnSpc>
              <a:spcBef>
                <a:spcPts val="360"/>
              </a:spcBef>
              <a:spcAft>
                <a:spcPts val="0"/>
              </a:spcAft>
              <a:buClr>
                <a:schemeClr val="dk1"/>
              </a:buClr>
              <a:buSzPts val="1800"/>
              <a:buChar char="»"/>
              <a:defRPr/>
            </a:lvl9pPr>
          </a:lstStyle>
          <a:p>
            <a:endParaRPr/>
          </a:p>
        </p:txBody>
      </p:sp>
      <p:sp>
        <p:nvSpPr>
          <p:cNvPr id="119" name="Google Shape;119;p24"/>
          <p:cNvSpPr txBox="1">
            <a:spLocks noGrp="1"/>
          </p:cNvSpPr>
          <p:nvPr>
            <p:ph type="body" idx="3"/>
          </p:nvPr>
        </p:nvSpPr>
        <p:spPr>
          <a:xfrm>
            <a:off x="4648200" y="4114800"/>
            <a:ext cx="3810000" cy="19812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360"/>
              </a:spcBef>
              <a:spcAft>
                <a:spcPts val="0"/>
              </a:spcAft>
              <a:buClr>
                <a:schemeClr val="dk1"/>
              </a:buClr>
              <a:buSzPts val="1800"/>
              <a:buChar char="•"/>
              <a:defRPr/>
            </a:lvl1pPr>
            <a:lvl2pPr marL="914400" lvl="1" indent="-342900" algn="l">
              <a:lnSpc>
                <a:spcPct val="90000"/>
              </a:lnSpc>
              <a:spcBef>
                <a:spcPts val="360"/>
              </a:spcBef>
              <a:spcAft>
                <a:spcPts val="0"/>
              </a:spcAft>
              <a:buClr>
                <a:schemeClr val="dk1"/>
              </a:buClr>
              <a:buSzPts val="1800"/>
              <a:buChar char="–"/>
              <a:defRPr/>
            </a:lvl2pPr>
            <a:lvl3pPr marL="1371600" lvl="2" indent="-342900" algn="l">
              <a:lnSpc>
                <a:spcPct val="90000"/>
              </a:lnSpc>
              <a:spcBef>
                <a:spcPts val="360"/>
              </a:spcBef>
              <a:spcAft>
                <a:spcPts val="0"/>
              </a:spcAft>
              <a:buClr>
                <a:schemeClr val="dk1"/>
              </a:buClr>
              <a:buSzPts val="1800"/>
              <a:buChar char="•"/>
              <a:defRPr/>
            </a:lvl3pPr>
            <a:lvl4pPr marL="1828800" lvl="3" indent="-342900" algn="l">
              <a:lnSpc>
                <a:spcPct val="90000"/>
              </a:lnSpc>
              <a:spcBef>
                <a:spcPts val="360"/>
              </a:spcBef>
              <a:spcAft>
                <a:spcPts val="0"/>
              </a:spcAft>
              <a:buClr>
                <a:schemeClr val="dk1"/>
              </a:buClr>
              <a:buSzPts val="1800"/>
              <a:buChar char="–"/>
              <a:defRPr/>
            </a:lvl4pPr>
            <a:lvl5pPr marL="2286000" lvl="4" indent="-342900" algn="l">
              <a:lnSpc>
                <a:spcPct val="90000"/>
              </a:lnSpc>
              <a:spcBef>
                <a:spcPts val="360"/>
              </a:spcBef>
              <a:spcAft>
                <a:spcPts val="0"/>
              </a:spcAft>
              <a:buClr>
                <a:schemeClr val="dk1"/>
              </a:buClr>
              <a:buSzPts val="1800"/>
              <a:buChar char="»"/>
              <a:defRPr/>
            </a:lvl5pPr>
            <a:lvl6pPr marL="2743200" lvl="5" indent="-342900" algn="l">
              <a:lnSpc>
                <a:spcPct val="90000"/>
              </a:lnSpc>
              <a:spcBef>
                <a:spcPts val="360"/>
              </a:spcBef>
              <a:spcAft>
                <a:spcPts val="0"/>
              </a:spcAft>
              <a:buClr>
                <a:schemeClr val="dk1"/>
              </a:buClr>
              <a:buSzPts val="1800"/>
              <a:buChar char="»"/>
              <a:defRPr/>
            </a:lvl6pPr>
            <a:lvl7pPr marL="3200400" lvl="6" indent="-342900" algn="l">
              <a:lnSpc>
                <a:spcPct val="90000"/>
              </a:lnSpc>
              <a:spcBef>
                <a:spcPts val="360"/>
              </a:spcBef>
              <a:spcAft>
                <a:spcPts val="0"/>
              </a:spcAft>
              <a:buClr>
                <a:schemeClr val="dk1"/>
              </a:buClr>
              <a:buSzPts val="1800"/>
              <a:buChar char="»"/>
              <a:defRPr/>
            </a:lvl7pPr>
            <a:lvl8pPr marL="3657600" lvl="7" indent="-342900" algn="l">
              <a:lnSpc>
                <a:spcPct val="90000"/>
              </a:lnSpc>
              <a:spcBef>
                <a:spcPts val="360"/>
              </a:spcBef>
              <a:spcAft>
                <a:spcPts val="0"/>
              </a:spcAft>
              <a:buClr>
                <a:schemeClr val="dk1"/>
              </a:buClr>
              <a:buSzPts val="1800"/>
              <a:buChar char="»"/>
              <a:defRPr/>
            </a:lvl8pPr>
            <a:lvl9pPr marL="4114800" lvl="8" indent="-342900" algn="l">
              <a:lnSpc>
                <a:spcPct val="90000"/>
              </a:lnSpc>
              <a:spcBef>
                <a:spcPts val="360"/>
              </a:spcBef>
              <a:spcAft>
                <a:spcPts val="0"/>
              </a:spcAft>
              <a:buClr>
                <a:schemeClr val="dk1"/>
              </a:buClr>
              <a:buSzPts val="1800"/>
              <a:buChar char="»"/>
              <a:defRPr/>
            </a:lvl9pPr>
          </a:lstStyle>
          <a:p>
            <a:endParaRPr/>
          </a:p>
        </p:txBody>
      </p:sp>
      <p:sp>
        <p:nvSpPr>
          <p:cNvPr id="120" name="Google Shape;120;p24"/>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Clr>
                <a:srgbClr val="888888"/>
              </a:buClr>
              <a:buSzPts val="1400"/>
              <a:buFont typeface="Arial"/>
              <a:buNone/>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a:endParaRPr/>
          </a:p>
        </p:txBody>
      </p:sp>
      <p:sp>
        <p:nvSpPr>
          <p:cNvPr id="121" name="Google Shape;121;p24"/>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Clr>
                <a:schemeClr val="lt2"/>
              </a:buClr>
              <a:buSzPts val="1400"/>
              <a:buFont typeface="Arial"/>
              <a:buNone/>
              <a:defRPr sz="1200" i="1">
                <a:solidFill>
                  <a:schemeClr val="lt2"/>
                </a:solidFill>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a:endParaRPr/>
          </a:p>
        </p:txBody>
      </p:sp>
      <p:sp>
        <p:nvSpPr>
          <p:cNvPr id="122" name="Google Shape;122;p24"/>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lt2"/>
              </a:buClr>
              <a:buSzPts val="1200"/>
              <a:buFont typeface="Times New Roman"/>
              <a:buNone/>
              <a:defRPr sz="1200" b="0" i="1" u="none" strike="noStrike" cap="none">
                <a:solidFill>
                  <a:schemeClr val="lt2"/>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chemeClr val="lt2"/>
              </a:buClr>
              <a:buSzPts val="1200"/>
              <a:buFont typeface="Times New Roman"/>
              <a:buNone/>
              <a:defRPr sz="1200" b="0" i="1" u="none" strike="noStrike" cap="none">
                <a:solidFill>
                  <a:schemeClr val="lt2"/>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chemeClr val="lt2"/>
              </a:buClr>
              <a:buSzPts val="1200"/>
              <a:buFont typeface="Times New Roman"/>
              <a:buNone/>
              <a:defRPr sz="1200" b="0" i="1" u="none" strike="noStrike" cap="none">
                <a:solidFill>
                  <a:schemeClr val="lt2"/>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chemeClr val="lt2"/>
              </a:buClr>
              <a:buSzPts val="1200"/>
              <a:buFont typeface="Times New Roman"/>
              <a:buNone/>
              <a:defRPr sz="1200" b="0" i="1" u="none" strike="noStrike" cap="none">
                <a:solidFill>
                  <a:schemeClr val="lt2"/>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chemeClr val="lt2"/>
              </a:buClr>
              <a:buSzPts val="1200"/>
              <a:buFont typeface="Times New Roman"/>
              <a:buNone/>
              <a:defRPr sz="1200" b="0" i="1" u="none" strike="noStrike" cap="none">
                <a:solidFill>
                  <a:schemeClr val="lt2"/>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chemeClr val="lt2"/>
              </a:buClr>
              <a:buSzPts val="1200"/>
              <a:buFont typeface="Times New Roman"/>
              <a:buNone/>
              <a:defRPr sz="1200" b="0" i="1" u="none" strike="noStrike" cap="none">
                <a:solidFill>
                  <a:schemeClr val="lt2"/>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chemeClr val="lt2"/>
              </a:buClr>
              <a:buSzPts val="1200"/>
              <a:buFont typeface="Times New Roman"/>
              <a:buNone/>
              <a:defRPr sz="1200" b="0" i="1" u="none" strike="noStrike" cap="none">
                <a:solidFill>
                  <a:schemeClr val="lt2"/>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chemeClr val="lt2"/>
              </a:buClr>
              <a:buSzPts val="1200"/>
              <a:buFont typeface="Times New Roman"/>
              <a:buNone/>
              <a:defRPr sz="1200" b="0" i="1" u="none" strike="noStrike" cap="none">
                <a:solidFill>
                  <a:schemeClr val="lt2"/>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chemeClr val="lt2"/>
              </a:buClr>
              <a:buSzPts val="1200"/>
              <a:buFont typeface="Times New Roman"/>
              <a:buNone/>
              <a:defRPr sz="1200" b="0" i="1" u="none" strike="noStrike" cap="none">
                <a:solidFill>
                  <a:schemeClr val="lt2"/>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123"/>
        <p:cNvGrpSpPr/>
        <p:nvPr/>
      </p:nvGrpSpPr>
      <p:grpSpPr>
        <a:xfrm>
          <a:off x="0" y="0"/>
          <a:ext cx="0" cy="0"/>
          <a:chOff x="0" y="0"/>
          <a:chExt cx="0" cy="0"/>
        </a:xfrm>
      </p:grpSpPr>
      <p:sp>
        <p:nvSpPr>
          <p:cNvPr id="124" name="Google Shape;124;p25"/>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25" name="Google Shape;125;p25"/>
          <p:cNvSpPr txBox="1">
            <a:spLocks noGrp="1"/>
          </p:cNvSpPr>
          <p:nvPr>
            <p:ph type="body" idx="1"/>
          </p:nvPr>
        </p:nvSpPr>
        <p:spPr>
          <a:xfrm>
            <a:off x="685800" y="1981200"/>
            <a:ext cx="3810000" cy="41148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360"/>
              </a:spcBef>
              <a:spcAft>
                <a:spcPts val="0"/>
              </a:spcAft>
              <a:buClr>
                <a:schemeClr val="dk1"/>
              </a:buClr>
              <a:buSzPts val="1800"/>
              <a:buChar char="•"/>
              <a:defRPr/>
            </a:lvl1pPr>
            <a:lvl2pPr marL="914400" lvl="1" indent="-342900" algn="l">
              <a:lnSpc>
                <a:spcPct val="90000"/>
              </a:lnSpc>
              <a:spcBef>
                <a:spcPts val="360"/>
              </a:spcBef>
              <a:spcAft>
                <a:spcPts val="0"/>
              </a:spcAft>
              <a:buClr>
                <a:schemeClr val="dk1"/>
              </a:buClr>
              <a:buSzPts val="1800"/>
              <a:buChar char="–"/>
              <a:defRPr/>
            </a:lvl2pPr>
            <a:lvl3pPr marL="1371600" lvl="2" indent="-342900" algn="l">
              <a:lnSpc>
                <a:spcPct val="90000"/>
              </a:lnSpc>
              <a:spcBef>
                <a:spcPts val="360"/>
              </a:spcBef>
              <a:spcAft>
                <a:spcPts val="0"/>
              </a:spcAft>
              <a:buClr>
                <a:schemeClr val="dk1"/>
              </a:buClr>
              <a:buSzPts val="1800"/>
              <a:buChar char="•"/>
              <a:defRPr/>
            </a:lvl3pPr>
            <a:lvl4pPr marL="1828800" lvl="3" indent="-342900" algn="l">
              <a:lnSpc>
                <a:spcPct val="90000"/>
              </a:lnSpc>
              <a:spcBef>
                <a:spcPts val="360"/>
              </a:spcBef>
              <a:spcAft>
                <a:spcPts val="0"/>
              </a:spcAft>
              <a:buClr>
                <a:schemeClr val="dk1"/>
              </a:buClr>
              <a:buSzPts val="1800"/>
              <a:buChar char="–"/>
              <a:defRPr/>
            </a:lvl4pPr>
            <a:lvl5pPr marL="2286000" lvl="4" indent="-342900" algn="l">
              <a:lnSpc>
                <a:spcPct val="90000"/>
              </a:lnSpc>
              <a:spcBef>
                <a:spcPts val="360"/>
              </a:spcBef>
              <a:spcAft>
                <a:spcPts val="0"/>
              </a:spcAft>
              <a:buClr>
                <a:schemeClr val="dk1"/>
              </a:buClr>
              <a:buSzPts val="1800"/>
              <a:buChar char="»"/>
              <a:defRPr/>
            </a:lvl5pPr>
            <a:lvl6pPr marL="2743200" lvl="5" indent="-342900" algn="l">
              <a:lnSpc>
                <a:spcPct val="90000"/>
              </a:lnSpc>
              <a:spcBef>
                <a:spcPts val="360"/>
              </a:spcBef>
              <a:spcAft>
                <a:spcPts val="0"/>
              </a:spcAft>
              <a:buClr>
                <a:schemeClr val="dk1"/>
              </a:buClr>
              <a:buSzPts val="1800"/>
              <a:buChar char="»"/>
              <a:defRPr/>
            </a:lvl6pPr>
            <a:lvl7pPr marL="3200400" lvl="6" indent="-342900" algn="l">
              <a:lnSpc>
                <a:spcPct val="90000"/>
              </a:lnSpc>
              <a:spcBef>
                <a:spcPts val="360"/>
              </a:spcBef>
              <a:spcAft>
                <a:spcPts val="0"/>
              </a:spcAft>
              <a:buClr>
                <a:schemeClr val="dk1"/>
              </a:buClr>
              <a:buSzPts val="1800"/>
              <a:buChar char="»"/>
              <a:defRPr/>
            </a:lvl7pPr>
            <a:lvl8pPr marL="3657600" lvl="7" indent="-342900" algn="l">
              <a:lnSpc>
                <a:spcPct val="90000"/>
              </a:lnSpc>
              <a:spcBef>
                <a:spcPts val="360"/>
              </a:spcBef>
              <a:spcAft>
                <a:spcPts val="0"/>
              </a:spcAft>
              <a:buClr>
                <a:schemeClr val="dk1"/>
              </a:buClr>
              <a:buSzPts val="1800"/>
              <a:buChar char="»"/>
              <a:defRPr/>
            </a:lvl8pPr>
            <a:lvl9pPr marL="4114800" lvl="8" indent="-342900" algn="l">
              <a:lnSpc>
                <a:spcPct val="90000"/>
              </a:lnSpc>
              <a:spcBef>
                <a:spcPts val="360"/>
              </a:spcBef>
              <a:spcAft>
                <a:spcPts val="0"/>
              </a:spcAft>
              <a:buClr>
                <a:schemeClr val="dk1"/>
              </a:buClr>
              <a:buSzPts val="1800"/>
              <a:buChar char="»"/>
              <a:defRPr/>
            </a:lvl9pPr>
          </a:lstStyle>
          <a:p>
            <a:endParaRPr/>
          </a:p>
        </p:txBody>
      </p:sp>
      <p:sp>
        <p:nvSpPr>
          <p:cNvPr id="126" name="Google Shape;126;p25"/>
          <p:cNvSpPr txBox="1">
            <a:spLocks noGrp="1"/>
          </p:cNvSpPr>
          <p:nvPr>
            <p:ph type="body" idx="2"/>
          </p:nvPr>
        </p:nvSpPr>
        <p:spPr>
          <a:xfrm>
            <a:off x="4648200" y="1981200"/>
            <a:ext cx="3810000" cy="19812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360"/>
              </a:spcBef>
              <a:spcAft>
                <a:spcPts val="0"/>
              </a:spcAft>
              <a:buClr>
                <a:schemeClr val="dk1"/>
              </a:buClr>
              <a:buSzPts val="1800"/>
              <a:buChar char="•"/>
              <a:defRPr/>
            </a:lvl1pPr>
            <a:lvl2pPr marL="914400" lvl="1" indent="-342900" algn="l">
              <a:lnSpc>
                <a:spcPct val="90000"/>
              </a:lnSpc>
              <a:spcBef>
                <a:spcPts val="360"/>
              </a:spcBef>
              <a:spcAft>
                <a:spcPts val="0"/>
              </a:spcAft>
              <a:buClr>
                <a:schemeClr val="dk1"/>
              </a:buClr>
              <a:buSzPts val="1800"/>
              <a:buChar char="–"/>
              <a:defRPr/>
            </a:lvl2pPr>
            <a:lvl3pPr marL="1371600" lvl="2" indent="-342900" algn="l">
              <a:lnSpc>
                <a:spcPct val="90000"/>
              </a:lnSpc>
              <a:spcBef>
                <a:spcPts val="360"/>
              </a:spcBef>
              <a:spcAft>
                <a:spcPts val="0"/>
              </a:spcAft>
              <a:buClr>
                <a:schemeClr val="dk1"/>
              </a:buClr>
              <a:buSzPts val="1800"/>
              <a:buChar char="•"/>
              <a:defRPr/>
            </a:lvl3pPr>
            <a:lvl4pPr marL="1828800" lvl="3" indent="-342900" algn="l">
              <a:lnSpc>
                <a:spcPct val="90000"/>
              </a:lnSpc>
              <a:spcBef>
                <a:spcPts val="360"/>
              </a:spcBef>
              <a:spcAft>
                <a:spcPts val="0"/>
              </a:spcAft>
              <a:buClr>
                <a:schemeClr val="dk1"/>
              </a:buClr>
              <a:buSzPts val="1800"/>
              <a:buChar char="–"/>
              <a:defRPr/>
            </a:lvl4pPr>
            <a:lvl5pPr marL="2286000" lvl="4" indent="-342900" algn="l">
              <a:lnSpc>
                <a:spcPct val="90000"/>
              </a:lnSpc>
              <a:spcBef>
                <a:spcPts val="360"/>
              </a:spcBef>
              <a:spcAft>
                <a:spcPts val="0"/>
              </a:spcAft>
              <a:buClr>
                <a:schemeClr val="dk1"/>
              </a:buClr>
              <a:buSzPts val="1800"/>
              <a:buChar char="»"/>
              <a:defRPr/>
            </a:lvl5pPr>
            <a:lvl6pPr marL="2743200" lvl="5" indent="-342900" algn="l">
              <a:lnSpc>
                <a:spcPct val="90000"/>
              </a:lnSpc>
              <a:spcBef>
                <a:spcPts val="360"/>
              </a:spcBef>
              <a:spcAft>
                <a:spcPts val="0"/>
              </a:spcAft>
              <a:buClr>
                <a:schemeClr val="dk1"/>
              </a:buClr>
              <a:buSzPts val="1800"/>
              <a:buChar char="»"/>
              <a:defRPr/>
            </a:lvl6pPr>
            <a:lvl7pPr marL="3200400" lvl="6" indent="-342900" algn="l">
              <a:lnSpc>
                <a:spcPct val="90000"/>
              </a:lnSpc>
              <a:spcBef>
                <a:spcPts val="360"/>
              </a:spcBef>
              <a:spcAft>
                <a:spcPts val="0"/>
              </a:spcAft>
              <a:buClr>
                <a:schemeClr val="dk1"/>
              </a:buClr>
              <a:buSzPts val="1800"/>
              <a:buChar char="»"/>
              <a:defRPr/>
            </a:lvl7pPr>
            <a:lvl8pPr marL="3657600" lvl="7" indent="-342900" algn="l">
              <a:lnSpc>
                <a:spcPct val="90000"/>
              </a:lnSpc>
              <a:spcBef>
                <a:spcPts val="360"/>
              </a:spcBef>
              <a:spcAft>
                <a:spcPts val="0"/>
              </a:spcAft>
              <a:buClr>
                <a:schemeClr val="dk1"/>
              </a:buClr>
              <a:buSzPts val="1800"/>
              <a:buChar char="»"/>
              <a:defRPr/>
            </a:lvl8pPr>
            <a:lvl9pPr marL="4114800" lvl="8" indent="-342900" algn="l">
              <a:lnSpc>
                <a:spcPct val="90000"/>
              </a:lnSpc>
              <a:spcBef>
                <a:spcPts val="360"/>
              </a:spcBef>
              <a:spcAft>
                <a:spcPts val="0"/>
              </a:spcAft>
              <a:buClr>
                <a:schemeClr val="dk1"/>
              </a:buClr>
              <a:buSzPts val="1800"/>
              <a:buChar char="»"/>
              <a:defRPr/>
            </a:lvl9pPr>
          </a:lstStyle>
          <a:p>
            <a:endParaRPr/>
          </a:p>
        </p:txBody>
      </p:sp>
      <p:sp>
        <p:nvSpPr>
          <p:cNvPr id="127" name="Google Shape;127;p25"/>
          <p:cNvSpPr txBox="1">
            <a:spLocks noGrp="1"/>
          </p:cNvSpPr>
          <p:nvPr>
            <p:ph type="body" idx="3"/>
          </p:nvPr>
        </p:nvSpPr>
        <p:spPr>
          <a:xfrm>
            <a:off x="4648200" y="4114800"/>
            <a:ext cx="3810000" cy="19812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360"/>
              </a:spcBef>
              <a:spcAft>
                <a:spcPts val="0"/>
              </a:spcAft>
              <a:buClr>
                <a:schemeClr val="dk1"/>
              </a:buClr>
              <a:buSzPts val="1800"/>
              <a:buChar char="•"/>
              <a:defRPr/>
            </a:lvl1pPr>
            <a:lvl2pPr marL="914400" lvl="1" indent="-342900" algn="l">
              <a:lnSpc>
                <a:spcPct val="90000"/>
              </a:lnSpc>
              <a:spcBef>
                <a:spcPts val="360"/>
              </a:spcBef>
              <a:spcAft>
                <a:spcPts val="0"/>
              </a:spcAft>
              <a:buClr>
                <a:schemeClr val="dk1"/>
              </a:buClr>
              <a:buSzPts val="1800"/>
              <a:buChar char="–"/>
              <a:defRPr/>
            </a:lvl2pPr>
            <a:lvl3pPr marL="1371600" lvl="2" indent="-342900" algn="l">
              <a:lnSpc>
                <a:spcPct val="90000"/>
              </a:lnSpc>
              <a:spcBef>
                <a:spcPts val="360"/>
              </a:spcBef>
              <a:spcAft>
                <a:spcPts val="0"/>
              </a:spcAft>
              <a:buClr>
                <a:schemeClr val="dk1"/>
              </a:buClr>
              <a:buSzPts val="1800"/>
              <a:buChar char="•"/>
              <a:defRPr/>
            </a:lvl3pPr>
            <a:lvl4pPr marL="1828800" lvl="3" indent="-342900" algn="l">
              <a:lnSpc>
                <a:spcPct val="90000"/>
              </a:lnSpc>
              <a:spcBef>
                <a:spcPts val="360"/>
              </a:spcBef>
              <a:spcAft>
                <a:spcPts val="0"/>
              </a:spcAft>
              <a:buClr>
                <a:schemeClr val="dk1"/>
              </a:buClr>
              <a:buSzPts val="1800"/>
              <a:buChar char="–"/>
              <a:defRPr/>
            </a:lvl4pPr>
            <a:lvl5pPr marL="2286000" lvl="4" indent="-342900" algn="l">
              <a:lnSpc>
                <a:spcPct val="90000"/>
              </a:lnSpc>
              <a:spcBef>
                <a:spcPts val="360"/>
              </a:spcBef>
              <a:spcAft>
                <a:spcPts val="0"/>
              </a:spcAft>
              <a:buClr>
                <a:schemeClr val="dk1"/>
              </a:buClr>
              <a:buSzPts val="1800"/>
              <a:buChar char="»"/>
              <a:defRPr/>
            </a:lvl5pPr>
            <a:lvl6pPr marL="2743200" lvl="5" indent="-342900" algn="l">
              <a:lnSpc>
                <a:spcPct val="90000"/>
              </a:lnSpc>
              <a:spcBef>
                <a:spcPts val="360"/>
              </a:spcBef>
              <a:spcAft>
                <a:spcPts val="0"/>
              </a:spcAft>
              <a:buClr>
                <a:schemeClr val="dk1"/>
              </a:buClr>
              <a:buSzPts val="1800"/>
              <a:buChar char="»"/>
              <a:defRPr/>
            </a:lvl6pPr>
            <a:lvl7pPr marL="3200400" lvl="6" indent="-342900" algn="l">
              <a:lnSpc>
                <a:spcPct val="90000"/>
              </a:lnSpc>
              <a:spcBef>
                <a:spcPts val="360"/>
              </a:spcBef>
              <a:spcAft>
                <a:spcPts val="0"/>
              </a:spcAft>
              <a:buClr>
                <a:schemeClr val="dk1"/>
              </a:buClr>
              <a:buSzPts val="1800"/>
              <a:buChar char="»"/>
              <a:defRPr/>
            </a:lvl7pPr>
            <a:lvl8pPr marL="3657600" lvl="7" indent="-342900" algn="l">
              <a:lnSpc>
                <a:spcPct val="90000"/>
              </a:lnSpc>
              <a:spcBef>
                <a:spcPts val="360"/>
              </a:spcBef>
              <a:spcAft>
                <a:spcPts val="0"/>
              </a:spcAft>
              <a:buClr>
                <a:schemeClr val="dk1"/>
              </a:buClr>
              <a:buSzPts val="1800"/>
              <a:buChar char="»"/>
              <a:defRPr/>
            </a:lvl8pPr>
            <a:lvl9pPr marL="4114800" lvl="8" indent="-342900" algn="l">
              <a:lnSpc>
                <a:spcPct val="90000"/>
              </a:lnSpc>
              <a:spcBef>
                <a:spcPts val="360"/>
              </a:spcBef>
              <a:spcAft>
                <a:spcPts val="0"/>
              </a:spcAft>
              <a:buClr>
                <a:schemeClr val="dk1"/>
              </a:buClr>
              <a:buSzPts val="1800"/>
              <a:buChar char="»"/>
              <a:defRPr/>
            </a:lvl9pPr>
          </a:lstStyle>
          <a:p>
            <a:endParaRPr/>
          </a:p>
        </p:txBody>
      </p:sp>
      <p:sp>
        <p:nvSpPr>
          <p:cNvPr id="128" name="Google Shape;128;p25"/>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Clr>
                <a:srgbClr val="888888"/>
              </a:buClr>
              <a:buSzPts val="1400"/>
              <a:buFont typeface="Arial"/>
              <a:buNone/>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a:endParaRPr/>
          </a:p>
        </p:txBody>
      </p:sp>
      <p:sp>
        <p:nvSpPr>
          <p:cNvPr id="129" name="Google Shape;129;p25"/>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Clr>
                <a:schemeClr val="lt2"/>
              </a:buClr>
              <a:buSzPts val="1400"/>
              <a:buFont typeface="Arial"/>
              <a:buNone/>
              <a:defRPr sz="1200" i="1">
                <a:solidFill>
                  <a:schemeClr val="lt2"/>
                </a:solidFill>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a:endParaRPr/>
          </a:p>
        </p:txBody>
      </p:sp>
      <p:sp>
        <p:nvSpPr>
          <p:cNvPr id="130" name="Google Shape;130;p25"/>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lt2"/>
              </a:buClr>
              <a:buSzPts val="1200"/>
              <a:buFont typeface="Times New Roman"/>
              <a:buNone/>
              <a:defRPr sz="1200" b="0" i="1" u="none" strike="noStrike" cap="none">
                <a:solidFill>
                  <a:schemeClr val="lt2"/>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chemeClr val="lt2"/>
              </a:buClr>
              <a:buSzPts val="1200"/>
              <a:buFont typeface="Times New Roman"/>
              <a:buNone/>
              <a:defRPr sz="1200" b="0" i="1" u="none" strike="noStrike" cap="none">
                <a:solidFill>
                  <a:schemeClr val="lt2"/>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chemeClr val="lt2"/>
              </a:buClr>
              <a:buSzPts val="1200"/>
              <a:buFont typeface="Times New Roman"/>
              <a:buNone/>
              <a:defRPr sz="1200" b="0" i="1" u="none" strike="noStrike" cap="none">
                <a:solidFill>
                  <a:schemeClr val="lt2"/>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chemeClr val="lt2"/>
              </a:buClr>
              <a:buSzPts val="1200"/>
              <a:buFont typeface="Times New Roman"/>
              <a:buNone/>
              <a:defRPr sz="1200" b="0" i="1" u="none" strike="noStrike" cap="none">
                <a:solidFill>
                  <a:schemeClr val="lt2"/>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chemeClr val="lt2"/>
              </a:buClr>
              <a:buSzPts val="1200"/>
              <a:buFont typeface="Times New Roman"/>
              <a:buNone/>
              <a:defRPr sz="1200" b="0" i="1" u="none" strike="noStrike" cap="none">
                <a:solidFill>
                  <a:schemeClr val="lt2"/>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chemeClr val="lt2"/>
              </a:buClr>
              <a:buSzPts val="1200"/>
              <a:buFont typeface="Times New Roman"/>
              <a:buNone/>
              <a:defRPr sz="1200" b="0" i="1" u="none" strike="noStrike" cap="none">
                <a:solidFill>
                  <a:schemeClr val="lt2"/>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chemeClr val="lt2"/>
              </a:buClr>
              <a:buSzPts val="1200"/>
              <a:buFont typeface="Times New Roman"/>
              <a:buNone/>
              <a:defRPr sz="1200" b="0" i="1" u="none" strike="noStrike" cap="none">
                <a:solidFill>
                  <a:schemeClr val="lt2"/>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chemeClr val="lt2"/>
              </a:buClr>
              <a:buSzPts val="1200"/>
              <a:buFont typeface="Times New Roman"/>
              <a:buNone/>
              <a:defRPr sz="1200" b="0" i="1" u="none" strike="noStrike" cap="none">
                <a:solidFill>
                  <a:schemeClr val="lt2"/>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chemeClr val="lt2"/>
              </a:buClr>
              <a:buSzPts val="1200"/>
              <a:buFont typeface="Times New Roman"/>
              <a:buNone/>
              <a:defRPr sz="1200" b="0" i="1" u="none" strike="noStrike" cap="none">
                <a:solidFill>
                  <a:schemeClr val="lt2"/>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0"/>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0"/>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10"/>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10"/>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1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1pPr>
            <a:lvl2pPr marL="0" marR="0" lvl="1" indent="0" algn="r" rtl="0">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2pPr>
            <a:lvl3pPr marL="0" marR="0" lvl="2" indent="0" algn="r" rtl="0">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0" marR="0" lvl="3" indent="0" algn="r" rtl="0">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4pPr>
            <a:lvl5pPr marL="0" marR="0" lvl="4" indent="0" algn="r" rtl="0">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5pPr>
            <a:lvl6pPr marL="0" marR="0" lvl="5" indent="0" algn="r" rtl="0">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6pPr>
            <a:lvl7pPr marL="0" marR="0" lvl="6" indent="0" algn="r" rtl="0">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7pPr>
            <a:lvl8pPr marL="0" marR="0" lvl="7" indent="0" algn="r" rtl="0">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8pPr>
            <a:lvl9pPr marL="0" marR="0" lvl="8" indent="0" algn="r" rtl="0">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1"/>
          <p:cNvSpPr txBox="1">
            <a:spLocks noGrp="1"/>
          </p:cNvSpPr>
          <p:nvPr>
            <p:ph type="ctrTitle"/>
          </p:nvPr>
        </p:nvSpPr>
        <p:spPr>
          <a:xfrm>
            <a:off x="708661" y="3906373"/>
            <a:ext cx="7500770" cy="872671"/>
          </a:xfrm>
          <a:prstGeom prst="rect">
            <a:avLst/>
          </a:prstGeom>
          <a:noFill/>
          <a:ln>
            <a:noFill/>
          </a:ln>
        </p:spPr>
        <p:txBody>
          <a:bodyPr spcFirstLastPara="1" wrap="square" lIns="91425" tIns="45700" rIns="91425" bIns="45700" anchor="b" anchorCtr="0">
            <a:normAutofit fontScale="90000"/>
          </a:bodyPr>
          <a:lstStyle/>
          <a:p>
            <a:pPr marL="0" lvl="0" indent="0" algn="l" rtl="0">
              <a:lnSpc>
                <a:spcPct val="90000"/>
              </a:lnSpc>
              <a:spcBef>
                <a:spcPts val="0"/>
              </a:spcBef>
              <a:spcAft>
                <a:spcPts val="0"/>
              </a:spcAft>
              <a:buClr>
                <a:schemeClr val="lt1"/>
              </a:buClr>
              <a:buSzPct val="100000"/>
              <a:buFont typeface="Arial"/>
              <a:buNone/>
            </a:pPr>
            <a:r>
              <a:rPr lang="en-US">
                <a:latin typeface="Arial"/>
                <a:ea typeface="Arial"/>
                <a:cs typeface="Arial"/>
                <a:sym typeface="Arial"/>
              </a:rPr>
              <a:t>CLOUD SECURITY</a:t>
            </a:r>
            <a:br>
              <a:rPr lang="en-US">
                <a:latin typeface="Arial"/>
                <a:ea typeface="Arial"/>
                <a:cs typeface="Arial"/>
                <a:sym typeface="Arial"/>
              </a:rPr>
            </a:br>
            <a:r>
              <a:rPr lang="en-US">
                <a:latin typeface="Arial"/>
                <a:ea typeface="Arial"/>
                <a:cs typeface="Arial"/>
                <a:sym typeface="Arial"/>
              </a:rPr>
              <a:t>(OE00056)</a:t>
            </a:r>
            <a:endParaRPr>
              <a:latin typeface="Arial"/>
              <a:ea typeface="Arial"/>
              <a:cs typeface="Arial"/>
              <a:sym typeface="Arial"/>
            </a:endParaRPr>
          </a:p>
        </p:txBody>
      </p:sp>
      <p:sp>
        <p:nvSpPr>
          <p:cNvPr id="137" name="Google Shape;137;p1"/>
          <p:cNvSpPr txBox="1">
            <a:spLocks noGrp="1"/>
          </p:cNvSpPr>
          <p:nvPr>
            <p:ph type="subTitle" idx="1"/>
          </p:nvPr>
        </p:nvSpPr>
        <p:spPr>
          <a:xfrm>
            <a:off x="708660" y="5108704"/>
            <a:ext cx="6858000" cy="60550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lt1"/>
              </a:buClr>
              <a:buSzPts val="3600"/>
              <a:buNone/>
            </a:pPr>
            <a:r>
              <a:rPr lang="en-US">
                <a:latin typeface="Arial"/>
                <a:ea typeface="Arial"/>
                <a:cs typeface="Arial"/>
                <a:sym typeface="Arial"/>
              </a:rPr>
              <a:t>UNIT-I</a:t>
            </a:r>
            <a:endParaRPr>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4400"/>
              <a:buFont typeface="Arial"/>
              <a:buNone/>
            </a:pPr>
            <a:r>
              <a:rPr lang="en-US"/>
              <a:t>Objectives</a:t>
            </a:r>
            <a:endParaRPr/>
          </a:p>
        </p:txBody>
      </p:sp>
      <p:sp>
        <p:nvSpPr>
          <p:cNvPr id="143" name="Google Shape;143;p2"/>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p>
            <a:pPr marL="114300" lvl="0" indent="0" algn="l" rtl="0">
              <a:lnSpc>
                <a:spcPct val="90000"/>
              </a:lnSpc>
              <a:spcBef>
                <a:spcPts val="1000"/>
              </a:spcBef>
              <a:spcAft>
                <a:spcPts val="0"/>
              </a:spcAft>
              <a:buSzPts val="1800"/>
              <a:buNone/>
            </a:pPr>
            <a:endParaRPr/>
          </a:p>
        </p:txBody>
      </p:sp>
      <p:sp>
        <p:nvSpPr>
          <p:cNvPr id="144" name="Google Shape;144;p2"/>
          <p:cNvSpPr txBox="1">
            <a:spLocks noGrp="1"/>
          </p:cNvSpPr>
          <p:nvPr>
            <p:ph type="sldNum" idx="12"/>
          </p:nvPr>
        </p:nvSpPr>
        <p:spPr>
          <a:xfrm>
            <a:off x="8718403" y="39526"/>
            <a:ext cx="40460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chemeClr val="lt1"/>
              </a:buClr>
              <a:buSzPts val="1200"/>
              <a:buFont typeface="Arial"/>
              <a:buNone/>
            </a:pPr>
            <a:fld id="{00000000-1234-1234-1234-123412341234}" type="slidenum">
              <a:rPr lang="en-US"/>
              <a:t>2</a:t>
            </a:fld>
            <a:endParaRPr/>
          </a:p>
        </p:txBody>
      </p:sp>
      <p:sp>
        <p:nvSpPr>
          <p:cNvPr id="145" name="Google Shape;145;p2"/>
          <p:cNvSpPr/>
          <p:nvPr/>
        </p:nvSpPr>
        <p:spPr>
          <a:xfrm>
            <a:off x="2271714" y="3360738"/>
            <a:ext cx="184731" cy="369332"/>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6" name="Google Shape;146;p2"/>
          <p:cNvSpPr/>
          <p:nvPr/>
        </p:nvSpPr>
        <p:spPr>
          <a:xfrm>
            <a:off x="2271714" y="3367088"/>
            <a:ext cx="184731" cy="369332"/>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7" name="Google Shape;147;p2"/>
          <p:cNvSpPr/>
          <p:nvPr/>
        </p:nvSpPr>
        <p:spPr>
          <a:xfrm>
            <a:off x="2271714" y="3817940"/>
            <a:ext cx="184731" cy="369332"/>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8" name="Google Shape;148;p2"/>
          <p:cNvSpPr/>
          <p:nvPr/>
        </p:nvSpPr>
        <p:spPr>
          <a:xfrm>
            <a:off x="2271713" y="3367090"/>
            <a:ext cx="227948" cy="276999"/>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chemeClr val="dk1"/>
              </a:buClr>
              <a:buSzPts val="1200"/>
              <a:buFont typeface="Arial"/>
              <a:buNone/>
            </a:pPr>
            <a:r>
              <a:rPr lang="en-US" sz="1200" b="1" i="0" u="none" strike="noStrike" cap="none">
                <a:solidFill>
                  <a:schemeClr val="dk1"/>
                </a:solidFill>
                <a:latin typeface="Arial"/>
                <a:ea typeface="Arial"/>
                <a:cs typeface="Arial"/>
                <a:sym typeface="Arial"/>
              </a:rPr>
              <a:t> </a:t>
            </a:r>
            <a:endParaRPr sz="1800" b="0" i="0" u="none" strike="noStrike" cap="none">
              <a:solidFill>
                <a:schemeClr val="dk1"/>
              </a:solidFill>
              <a:latin typeface="Arial"/>
              <a:ea typeface="Arial"/>
              <a:cs typeface="Arial"/>
              <a:sym typeface="Arial"/>
            </a:endParaRPr>
          </a:p>
        </p:txBody>
      </p:sp>
      <p:graphicFrame>
        <p:nvGraphicFramePr>
          <p:cNvPr id="149" name="Google Shape;149;p2"/>
          <p:cNvGraphicFramePr/>
          <p:nvPr/>
        </p:nvGraphicFramePr>
        <p:xfrm>
          <a:off x="1142976" y="2500306"/>
          <a:ext cx="6868075" cy="2928950"/>
        </p:xfrm>
        <a:graphic>
          <a:graphicData uri="http://schemas.openxmlformats.org/drawingml/2006/table">
            <a:tbl>
              <a:tblPr>
                <a:noFill/>
                <a:tableStyleId>{6ABDBC79-055D-4261-85E8-A3CE5111FCFC}</a:tableStyleId>
              </a:tblPr>
              <a:tblGrid>
                <a:gridCol w="637750">
                  <a:extLst>
                    <a:ext uri="{9D8B030D-6E8A-4147-A177-3AD203B41FA5}">
                      <a16:colId xmlns:a16="http://schemas.microsoft.com/office/drawing/2014/main" val="20000"/>
                    </a:ext>
                  </a:extLst>
                </a:gridCol>
                <a:gridCol w="6230325">
                  <a:extLst>
                    <a:ext uri="{9D8B030D-6E8A-4147-A177-3AD203B41FA5}">
                      <a16:colId xmlns:a16="http://schemas.microsoft.com/office/drawing/2014/main" val="20001"/>
                    </a:ext>
                  </a:extLst>
                </a:gridCol>
              </a:tblGrid>
              <a:tr h="787025">
                <a:tc>
                  <a:txBody>
                    <a:bodyPr/>
                    <a:lstStyle/>
                    <a:p>
                      <a:pPr marL="0" marR="0" lvl="0" indent="0" algn="l" rtl="0">
                        <a:lnSpc>
                          <a:spcPct val="100000"/>
                        </a:lnSpc>
                        <a:spcBef>
                          <a:spcPts val="0"/>
                        </a:spcBef>
                        <a:spcAft>
                          <a:spcPts val="0"/>
                        </a:spcAft>
                        <a:buNone/>
                      </a:pPr>
                      <a:r>
                        <a:rPr lang="en-US" sz="1800" b="1" u="none" strike="noStrike" cap="none">
                          <a:latin typeface="Times New Roman"/>
                          <a:ea typeface="Times New Roman"/>
                          <a:cs typeface="Times New Roman"/>
                          <a:sym typeface="Times New Roman"/>
                        </a:rPr>
                        <a:t>CO</a:t>
                      </a:r>
                      <a:r>
                        <a:rPr lang="en-US" sz="1800" b="1" u="none" strike="noStrike" cap="none" baseline="-25000">
                          <a:latin typeface="Times New Roman"/>
                          <a:ea typeface="Times New Roman"/>
                          <a:cs typeface="Times New Roman"/>
                          <a:sym typeface="Times New Roman"/>
                        </a:rPr>
                        <a:t>01</a:t>
                      </a:r>
                      <a:endParaRPr sz="1800" u="none" strike="noStrike" cap="none">
                        <a:latin typeface="Times New Roman"/>
                        <a:ea typeface="Times New Roman"/>
                        <a:cs typeface="Times New Roman"/>
                        <a:sym typeface="Times New Roman"/>
                      </a:endParaRPr>
                    </a:p>
                  </a:txBody>
                  <a:tcPr marL="51425" marR="5142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800" b="0" i="0" u="none" strike="noStrike" cap="none">
                          <a:solidFill>
                            <a:schemeClr val="dk1"/>
                          </a:solidFill>
                          <a:latin typeface="Times New Roman"/>
                          <a:ea typeface="Times New Roman"/>
                          <a:cs typeface="Times New Roman"/>
                          <a:sym typeface="Times New Roman"/>
                        </a:rPr>
                        <a:t>Define and explain key cyber security concepts and principles.</a:t>
                      </a:r>
                      <a:endParaRPr sz="1800" u="none" strike="noStrike" cap="none">
                        <a:latin typeface="Times New Roman"/>
                        <a:ea typeface="Times New Roman"/>
                        <a:cs typeface="Times New Roman"/>
                        <a:sym typeface="Times New Roman"/>
                      </a:endParaRPr>
                    </a:p>
                  </a:txBody>
                  <a:tcPr marL="51425" marR="5142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713975">
                <a:tc>
                  <a:txBody>
                    <a:bodyPr/>
                    <a:lstStyle/>
                    <a:p>
                      <a:pPr marL="0" marR="0" lvl="0" indent="0" algn="l" rtl="0">
                        <a:lnSpc>
                          <a:spcPct val="100000"/>
                        </a:lnSpc>
                        <a:spcBef>
                          <a:spcPts val="0"/>
                        </a:spcBef>
                        <a:spcAft>
                          <a:spcPts val="0"/>
                        </a:spcAft>
                        <a:buNone/>
                      </a:pPr>
                      <a:r>
                        <a:rPr lang="en-US" sz="1800" b="1" u="none" strike="noStrike" cap="none">
                          <a:latin typeface="Times New Roman"/>
                          <a:ea typeface="Times New Roman"/>
                          <a:cs typeface="Times New Roman"/>
                          <a:sym typeface="Times New Roman"/>
                        </a:rPr>
                        <a:t>CO</a:t>
                      </a:r>
                      <a:r>
                        <a:rPr lang="en-US" sz="1800" b="1" u="none" strike="noStrike" cap="none" baseline="-25000">
                          <a:latin typeface="Times New Roman"/>
                          <a:ea typeface="Times New Roman"/>
                          <a:cs typeface="Times New Roman"/>
                          <a:sym typeface="Times New Roman"/>
                        </a:rPr>
                        <a:t>02</a:t>
                      </a:r>
                      <a:endParaRPr sz="1800" u="none" strike="noStrike" cap="none">
                        <a:latin typeface="Times New Roman"/>
                        <a:ea typeface="Times New Roman"/>
                        <a:cs typeface="Times New Roman"/>
                        <a:sym typeface="Times New Roman"/>
                      </a:endParaRPr>
                    </a:p>
                  </a:txBody>
                  <a:tcPr marL="51425" marR="5142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800" b="0" i="0" u="none" strike="noStrike" cap="none">
                          <a:solidFill>
                            <a:schemeClr val="dk1"/>
                          </a:solidFill>
                          <a:latin typeface="Times New Roman"/>
                          <a:ea typeface="Times New Roman"/>
                          <a:cs typeface="Times New Roman"/>
                          <a:sym typeface="Times New Roman"/>
                        </a:rPr>
                        <a:t>Analyze network security mechanisms and evaluate their effectiveness.</a:t>
                      </a:r>
                      <a:endParaRPr sz="1800" u="none" strike="noStrike" cap="none">
                        <a:latin typeface="Times New Roman"/>
                        <a:ea typeface="Times New Roman"/>
                        <a:cs typeface="Times New Roman"/>
                        <a:sym typeface="Times New Roman"/>
                      </a:endParaRPr>
                    </a:p>
                  </a:txBody>
                  <a:tcPr marL="51425" marR="5142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713975">
                <a:tc>
                  <a:txBody>
                    <a:bodyPr/>
                    <a:lstStyle/>
                    <a:p>
                      <a:pPr marL="0" marR="0" lvl="0" indent="0" algn="l" rtl="0">
                        <a:lnSpc>
                          <a:spcPct val="100000"/>
                        </a:lnSpc>
                        <a:spcBef>
                          <a:spcPts val="0"/>
                        </a:spcBef>
                        <a:spcAft>
                          <a:spcPts val="0"/>
                        </a:spcAft>
                        <a:buNone/>
                      </a:pPr>
                      <a:r>
                        <a:rPr lang="en-US" sz="1800" b="1" u="none" strike="noStrike" cap="none">
                          <a:latin typeface="Times New Roman"/>
                          <a:ea typeface="Times New Roman"/>
                          <a:cs typeface="Times New Roman"/>
                          <a:sym typeface="Times New Roman"/>
                        </a:rPr>
                        <a:t>CO</a:t>
                      </a:r>
                      <a:r>
                        <a:rPr lang="en-US" sz="1800" b="1" u="none" strike="noStrike" cap="none" baseline="-25000">
                          <a:latin typeface="Times New Roman"/>
                          <a:ea typeface="Times New Roman"/>
                          <a:cs typeface="Times New Roman"/>
                          <a:sym typeface="Times New Roman"/>
                        </a:rPr>
                        <a:t>03</a:t>
                      </a:r>
                      <a:endParaRPr sz="1800" u="none" strike="noStrike" cap="none">
                        <a:latin typeface="Times New Roman"/>
                        <a:ea typeface="Times New Roman"/>
                        <a:cs typeface="Times New Roman"/>
                        <a:sym typeface="Times New Roman"/>
                      </a:endParaRPr>
                    </a:p>
                  </a:txBody>
                  <a:tcPr marL="51425" marR="5142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800" b="0" i="0" u="none" strike="noStrike" cap="none">
                          <a:solidFill>
                            <a:schemeClr val="dk1"/>
                          </a:solidFill>
                          <a:latin typeface="Times New Roman"/>
                          <a:ea typeface="Times New Roman"/>
                          <a:cs typeface="Times New Roman"/>
                          <a:sym typeface="Times New Roman"/>
                        </a:rPr>
                        <a:t>Apply cryptographic techniques to secure data and communications.</a:t>
                      </a:r>
                      <a:endParaRPr sz="1800" u="none" strike="noStrike" cap="none">
                        <a:latin typeface="Times New Roman"/>
                        <a:ea typeface="Times New Roman"/>
                        <a:cs typeface="Times New Roman"/>
                        <a:sym typeface="Times New Roman"/>
                      </a:endParaRPr>
                    </a:p>
                  </a:txBody>
                  <a:tcPr marL="51425" marR="5142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713975">
                <a:tc>
                  <a:txBody>
                    <a:bodyPr/>
                    <a:lstStyle/>
                    <a:p>
                      <a:pPr marL="0" marR="0" lvl="0" indent="0" algn="l" rtl="0">
                        <a:lnSpc>
                          <a:spcPct val="100000"/>
                        </a:lnSpc>
                        <a:spcBef>
                          <a:spcPts val="0"/>
                        </a:spcBef>
                        <a:spcAft>
                          <a:spcPts val="0"/>
                        </a:spcAft>
                        <a:buNone/>
                      </a:pPr>
                      <a:r>
                        <a:rPr lang="en-US" sz="1800" b="1" u="none" strike="noStrike" cap="none">
                          <a:latin typeface="Times New Roman"/>
                          <a:ea typeface="Times New Roman"/>
                          <a:cs typeface="Times New Roman"/>
                          <a:sym typeface="Times New Roman"/>
                        </a:rPr>
                        <a:t>CO</a:t>
                      </a:r>
                      <a:r>
                        <a:rPr lang="en-US" sz="1800" b="1" u="none" strike="noStrike" cap="none" baseline="-25000">
                          <a:latin typeface="Times New Roman"/>
                          <a:ea typeface="Times New Roman"/>
                          <a:cs typeface="Times New Roman"/>
                          <a:sym typeface="Times New Roman"/>
                        </a:rPr>
                        <a:t>04</a:t>
                      </a:r>
                      <a:endParaRPr sz="1800" u="none" strike="noStrike" cap="none">
                        <a:latin typeface="Times New Roman"/>
                        <a:ea typeface="Times New Roman"/>
                        <a:cs typeface="Times New Roman"/>
                        <a:sym typeface="Times New Roman"/>
                      </a:endParaRPr>
                    </a:p>
                  </a:txBody>
                  <a:tcPr marL="51425" marR="5142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800" b="0" i="0" u="none" strike="noStrike" cap="none">
                          <a:solidFill>
                            <a:schemeClr val="dk1"/>
                          </a:solidFill>
                          <a:latin typeface="Times New Roman"/>
                          <a:ea typeface="Times New Roman"/>
                          <a:cs typeface="Times New Roman"/>
                          <a:sym typeface="Times New Roman"/>
                        </a:rPr>
                        <a:t>Evaluate identity and access management (IAM) systems and practices.</a:t>
                      </a:r>
                      <a:endParaRPr sz="1800" u="none" strike="noStrike" cap="none">
                        <a:latin typeface="Times New Roman"/>
                        <a:ea typeface="Times New Roman"/>
                        <a:cs typeface="Times New Roman"/>
                        <a:sym typeface="Times New Roman"/>
                      </a:endParaRPr>
                    </a:p>
                  </a:txBody>
                  <a:tcPr marL="51425" marR="5142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3"/>
          <p:cNvSpPr txBox="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lt2"/>
              </a:buClr>
              <a:buSzPts val="1200"/>
              <a:buFont typeface="Times New Roman"/>
              <a:buNone/>
            </a:pPr>
            <a:r>
              <a:rPr lang="en-US" sz="1200" b="0" i="1" u="none" strike="noStrike" cap="none" dirty="0">
                <a:solidFill>
                  <a:schemeClr val="lt2"/>
                </a:solidFill>
                <a:latin typeface="Times New Roman"/>
                <a:ea typeface="Times New Roman"/>
                <a:cs typeface="Times New Roman"/>
                <a:sym typeface="Times New Roman"/>
              </a:rPr>
              <a:t>Introduction to NLP </a:t>
            </a:r>
            <a:endParaRPr sz="1800" dirty="0">
              <a:solidFill>
                <a:schemeClr val="dk1"/>
              </a:solidFill>
              <a:latin typeface="Arial"/>
              <a:ea typeface="Arial"/>
              <a:cs typeface="Arial"/>
              <a:sym typeface="Arial"/>
            </a:endParaRPr>
          </a:p>
        </p:txBody>
      </p:sp>
      <p:sp>
        <p:nvSpPr>
          <p:cNvPr id="155" name="Google Shape;155;p3"/>
          <p:cNvSpPr txBox="1"/>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lt2"/>
              </a:buClr>
              <a:buSzPts val="1200"/>
              <a:buFont typeface="Times New Roman"/>
              <a:buNone/>
            </a:pPr>
            <a:fld id="{00000000-1234-1234-1234-123412341234}" type="slidenum">
              <a:rPr lang="en-US" sz="1200" b="0" i="1" u="none" strike="noStrike" cap="none">
                <a:solidFill>
                  <a:schemeClr val="lt2"/>
                </a:solidFill>
                <a:latin typeface="Times New Roman"/>
                <a:ea typeface="Times New Roman"/>
                <a:cs typeface="Times New Roman"/>
                <a:sym typeface="Times New Roman"/>
              </a:rPr>
              <a:t>3</a:t>
            </a:fld>
            <a:endParaRPr sz="1800">
              <a:solidFill>
                <a:schemeClr val="dk1"/>
              </a:solidFill>
              <a:latin typeface="Arial"/>
              <a:ea typeface="Arial"/>
              <a:cs typeface="Arial"/>
              <a:sym typeface="Arial"/>
            </a:endParaRPr>
          </a:p>
        </p:txBody>
      </p:sp>
      <p:sp>
        <p:nvSpPr>
          <p:cNvPr id="156" name="Google Shape;156;p3"/>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292929"/>
              </a:buClr>
              <a:buSzPts val="3600"/>
              <a:buFont typeface="Times New Roman"/>
              <a:buNone/>
            </a:pPr>
            <a:r>
              <a:rPr lang="en-US" sz="3600" b="1" i="1" u="none">
                <a:solidFill>
                  <a:srgbClr val="292929"/>
                </a:solidFill>
                <a:latin typeface="Times New Roman"/>
                <a:ea typeface="Times New Roman"/>
                <a:cs typeface="Times New Roman"/>
                <a:sym typeface="Times New Roman"/>
              </a:rPr>
              <a:t>Scope</a:t>
            </a:r>
            <a:endParaRPr/>
          </a:p>
        </p:txBody>
      </p:sp>
      <p:sp>
        <p:nvSpPr>
          <p:cNvPr id="157" name="Google Shape;157;p3"/>
          <p:cNvSpPr txBox="1">
            <a:spLocks noGrp="1"/>
          </p:cNvSpPr>
          <p:nvPr>
            <p:ph type="body" idx="1"/>
          </p:nvPr>
        </p:nvSpPr>
        <p:spPr>
          <a:xfrm>
            <a:off x="685800" y="1981200"/>
            <a:ext cx="3810000" cy="4114800"/>
          </a:xfrm>
          <a:prstGeom prst="rect">
            <a:avLst/>
          </a:prstGeom>
          <a:noFill/>
          <a:ln>
            <a:noFill/>
          </a:ln>
        </p:spPr>
        <p:txBody>
          <a:bodyPr spcFirstLastPara="1" wrap="square" lIns="91425" tIns="45700" rIns="91425" bIns="45700" anchor="t" anchorCtr="0">
            <a:noAutofit/>
          </a:bodyPr>
          <a:lstStyle/>
          <a:p>
            <a:pPr marL="342900" lvl="0" indent="-342900" algn="just" rtl="0">
              <a:lnSpc>
                <a:spcPct val="100000"/>
              </a:lnSpc>
              <a:spcBef>
                <a:spcPts val="0"/>
              </a:spcBef>
              <a:spcAft>
                <a:spcPts val="0"/>
              </a:spcAft>
              <a:buSzPts val="1800"/>
              <a:buFont typeface="Times New Roman"/>
              <a:buChar char="•"/>
            </a:pPr>
            <a:r>
              <a:rPr lang="en-US" sz="2000" b="1">
                <a:latin typeface="Times New Roman"/>
                <a:ea typeface="Times New Roman"/>
                <a:cs typeface="Times New Roman"/>
                <a:sym typeface="Times New Roman"/>
              </a:rPr>
              <a:t>Cloud security </a:t>
            </a:r>
            <a:r>
              <a:rPr lang="en-US" sz="2000">
                <a:latin typeface="Times New Roman"/>
                <a:ea typeface="Times New Roman"/>
                <a:cs typeface="Times New Roman"/>
                <a:sym typeface="Times New Roman"/>
              </a:rPr>
              <a:t>is a discipline of cyber security dedicated to securing cloud computing systems. This includes keeping data private and safe across online-based infrastructure, applications, and platforms. Securing these systems involves the efforts of cloud providers and the clients that use them, whether an individual, small to medium business, or enterprise uses.</a:t>
            </a:r>
            <a:endParaRPr sz="2000">
              <a:latin typeface="Times New Roman"/>
              <a:ea typeface="Times New Roman"/>
              <a:cs typeface="Times New Roman"/>
              <a:sym typeface="Times New Roman"/>
            </a:endParaRPr>
          </a:p>
        </p:txBody>
      </p:sp>
      <p:sp>
        <p:nvSpPr>
          <p:cNvPr id="158" name="Google Shape;158;p3"/>
          <p:cNvSpPr txBox="1">
            <a:spLocks noGrp="1"/>
          </p:cNvSpPr>
          <p:nvPr>
            <p:ph type="body" idx="2"/>
          </p:nvPr>
        </p:nvSpPr>
        <p:spPr>
          <a:xfrm>
            <a:off x="4648200" y="1981200"/>
            <a:ext cx="3810000" cy="4114800"/>
          </a:xfrm>
          <a:prstGeom prst="rect">
            <a:avLst/>
          </a:prstGeom>
          <a:noFill/>
          <a:ln>
            <a:noFill/>
          </a:ln>
        </p:spPr>
        <p:txBody>
          <a:bodyPr spcFirstLastPara="1" wrap="square" lIns="91425" tIns="45700" rIns="91425" bIns="45700" anchor="t" anchorCtr="0">
            <a:noAutofit/>
          </a:bodyPr>
          <a:lstStyle/>
          <a:p>
            <a:pPr marL="457200" lvl="0" indent="-342900" algn="l" rtl="0">
              <a:lnSpc>
                <a:spcPct val="90000"/>
              </a:lnSpc>
              <a:spcBef>
                <a:spcPts val="360"/>
              </a:spcBef>
              <a:spcAft>
                <a:spcPts val="0"/>
              </a:spcAft>
              <a:buSzPts val="1800"/>
              <a:buNone/>
            </a:pPr>
            <a:endParaRPr/>
          </a:p>
        </p:txBody>
      </p:sp>
      <p:pic>
        <p:nvPicPr>
          <p:cNvPr id="159" name="Google Shape;159;p3" descr="What is Cloud Security?"/>
          <p:cNvPicPr preferRelativeResize="0"/>
          <p:nvPr/>
        </p:nvPicPr>
        <p:blipFill rotWithShape="1">
          <a:blip r:embed="rId3">
            <a:alphaModFix/>
          </a:blip>
          <a:srcRect/>
          <a:stretch/>
        </p:blipFill>
        <p:spPr>
          <a:xfrm>
            <a:off x="4654307" y="2003612"/>
            <a:ext cx="3836867" cy="41148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4"/>
          <p:cNvSpPr txBox="1">
            <a:spLocks noGrp="1"/>
          </p:cNvSpPr>
          <p:nvPr>
            <p:ph type="title"/>
          </p:nvPr>
        </p:nvSpPr>
        <p:spPr>
          <a:xfrm>
            <a:off x="988825" y="440787"/>
            <a:ext cx="7479926" cy="654424"/>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1400"/>
              <a:buNone/>
            </a:pPr>
            <a:r>
              <a:rPr lang="en-US" sz="2200">
                <a:latin typeface="Times New Roman"/>
                <a:ea typeface="Times New Roman"/>
                <a:cs typeface="Times New Roman"/>
                <a:sym typeface="Times New Roman"/>
              </a:rPr>
              <a:t>SYLLABUS</a:t>
            </a:r>
            <a:endParaRPr sz="2200">
              <a:latin typeface="Times New Roman"/>
              <a:ea typeface="Times New Roman"/>
              <a:cs typeface="Times New Roman"/>
              <a:sym typeface="Times New Roman"/>
            </a:endParaRPr>
          </a:p>
        </p:txBody>
      </p:sp>
      <p:sp>
        <p:nvSpPr>
          <p:cNvPr id="165" name="Google Shape;165;p4"/>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200"/>
              <a:buNone/>
            </a:pPr>
            <a:fld id="{00000000-1234-1234-1234-123412341234}" type="slidenum">
              <a:rPr lang="en-US"/>
              <a:t>4</a:t>
            </a:fld>
            <a:endParaRPr/>
          </a:p>
        </p:txBody>
      </p:sp>
      <p:sp>
        <p:nvSpPr>
          <p:cNvPr id="166" name="Google Shape;166;p4"/>
          <p:cNvSpPr/>
          <p:nvPr/>
        </p:nvSpPr>
        <p:spPr>
          <a:xfrm>
            <a:off x="899919" y="1055079"/>
            <a:ext cx="7298030" cy="784830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Unit-1: Security Concepts</a:t>
            </a:r>
            <a:endParaRPr sz="1200">
              <a:solidFill>
                <a:schemeClr val="dk1"/>
              </a:solidFill>
              <a:latin typeface="Arial"/>
              <a:ea typeface="Arial"/>
              <a:cs typeface="Arial"/>
              <a:sym typeface="Arial"/>
            </a:endParaRPr>
          </a:p>
          <a:p>
            <a:pPr marL="0" marR="0" lvl="0" indent="0" algn="just" rtl="0">
              <a:spcBef>
                <a:spcPts val="0"/>
              </a:spcBef>
              <a:spcAft>
                <a:spcPts val="0"/>
              </a:spcAft>
              <a:buNone/>
            </a:pPr>
            <a:r>
              <a:rPr lang="en-US" sz="1200">
                <a:solidFill>
                  <a:schemeClr val="dk1"/>
                </a:solidFill>
                <a:latin typeface="Arial"/>
                <a:ea typeface="Arial"/>
                <a:cs typeface="Arial"/>
                <a:sym typeface="Arial"/>
              </a:rPr>
              <a:t>Introduction of security, confidentiality  authentication, access control paas, saas, iaas concept in cloud security User authentication in the cloud, Cryptographic Systems User authentication in the cloud, Cryptographic Systems Symmetric cryptography stream ciphers block ciphers modes of operation public-key cryptography hashing, digital signatures</a:t>
            </a:r>
            <a:endParaRPr sz="1200">
              <a:solidFill>
                <a:schemeClr val="dk1"/>
              </a:solidFill>
              <a:latin typeface="Arial"/>
              <a:ea typeface="Arial"/>
              <a:cs typeface="Arial"/>
              <a:sym typeface="Arial"/>
            </a:endParaRPr>
          </a:p>
          <a:p>
            <a:pPr marL="0" marR="0" lvl="0" indent="0" algn="l" rtl="0">
              <a:spcBef>
                <a:spcPts val="0"/>
              </a:spcBef>
              <a:spcAft>
                <a:spcPts val="0"/>
              </a:spcAft>
              <a:buNone/>
            </a:pPr>
            <a:r>
              <a:rPr lang="en-US" sz="1200">
                <a:solidFill>
                  <a:schemeClr val="dk1"/>
                </a:solidFill>
                <a:latin typeface="Arial"/>
                <a:ea typeface="Arial"/>
                <a:cs typeface="Arial"/>
                <a:sym typeface="Arial"/>
              </a:rPr>
              <a:t> </a:t>
            </a:r>
            <a:endParaRPr sz="1200">
              <a:solidFill>
                <a:schemeClr val="dk1"/>
              </a:solidFill>
              <a:latin typeface="Arial"/>
              <a:ea typeface="Arial"/>
              <a:cs typeface="Arial"/>
              <a:sym typeface="Arial"/>
            </a:endParaRPr>
          </a:p>
          <a:p>
            <a:pPr marL="0" marR="0" lvl="0" indent="0" algn="l" rtl="0">
              <a:spcBef>
                <a:spcPts val="0"/>
              </a:spcBef>
              <a:spcAft>
                <a:spcPts val="0"/>
              </a:spcAft>
              <a:buNone/>
            </a:pPr>
            <a:r>
              <a:rPr lang="en-US" sz="1200">
                <a:solidFill>
                  <a:schemeClr val="dk1"/>
                </a:solidFill>
                <a:latin typeface="Arial"/>
                <a:ea typeface="Arial"/>
                <a:cs typeface="Arial"/>
                <a:sym typeface="Arial"/>
              </a:rPr>
              <a:t>Unit-2: Security Fundamentals and Risk Issues in the Cloud </a:t>
            </a:r>
            <a:endParaRPr sz="1200">
              <a:solidFill>
                <a:schemeClr val="dk1"/>
              </a:solidFill>
              <a:latin typeface="Arial"/>
              <a:ea typeface="Arial"/>
              <a:cs typeface="Arial"/>
              <a:sym typeface="Arial"/>
            </a:endParaRPr>
          </a:p>
          <a:p>
            <a:pPr marL="0" marR="0" lvl="0" indent="0" algn="just" rtl="0">
              <a:spcBef>
                <a:spcPts val="0"/>
              </a:spcBef>
              <a:spcAft>
                <a:spcPts val="0"/>
              </a:spcAft>
              <a:buNone/>
            </a:pPr>
            <a:r>
              <a:rPr lang="en-US" sz="1200">
                <a:solidFill>
                  <a:schemeClr val="dk1"/>
                </a:solidFill>
                <a:latin typeface="Arial"/>
                <a:ea typeface="Arial"/>
                <a:cs typeface="Arial"/>
                <a:sym typeface="Arial"/>
              </a:rPr>
              <a:t>Cloud Information Security Objectives, Cloud Security services Cloud Security Design Principles Secure Cloud Software Requirements, Security Policy Implementation and decomposition  Cloud Computing and Business Continuity/Disaster Recovery CIA triad, Privacy and compliance risk, Infrastructure Security The Network Level, Infrastructure Security: The Host Level, The Application Level. Data Security and Storage: Aspects of Data Security, Data Security Mitigation, Provider Data and Its Security. </a:t>
            </a:r>
            <a:endParaRPr/>
          </a:p>
          <a:p>
            <a:pPr marL="0" marR="0" lvl="0" indent="0" algn="l" rtl="0">
              <a:spcBef>
                <a:spcPts val="0"/>
              </a:spcBef>
              <a:spcAft>
                <a:spcPts val="0"/>
              </a:spcAft>
              <a:buNone/>
            </a:pPr>
            <a:endParaRPr sz="1200">
              <a:solidFill>
                <a:schemeClr val="dk1"/>
              </a:solidFill>
              <a:latin typeface="Arial"/>
              <a:ea typeface="Arial"/>
              <a:cs typeface="Arial"/>
              <a:sym typeface="Arial"/>
            </a:endParaRPr>
          </a:p>
          <a:p>
            <a:pPr marL="0" marR="0" lvl="0" indent="0" algn="l" rtl="0">
              <a:spcBef>
                <a:spcPts val="0"/>
              </a:spcBef>
              <a:spcAft>
                <a:spcPts val="0"/>
              </a:spcAft>
              <a:buNone/>
            </a:pPr>
            <a:r>
              <a:rPr lang="en-US" sz="1200">
                <a:solidFill>
                  <a:schemeClr val="dk1"/>
                </a:solidFill>
                <a:latin typeface="Arial"/>
                <a:ea typeface="Arial"/>
                <a:cs typeface="Arial"/>
                <a:sym typeface="Arial"/>
              </a:rPr>
              <a:t>Unit-3: Identity and Access Management </a:t>
            </a:r>
            <a:endParaRPr sz="1200">
              <a:solidFill>
                <a:schemeClr val="dk1"/>
              </a:solidFill>
              <a:latin typeface="Arial"/>
              <a:ea typeface="Arial"/>
              <a:cs typeface="Arial"/>
              <a:sym typeface="Arial"/>
            </a:endParaRPr>
          </a:p>
          <a:p>
            <a:pPr marL="0" marR="0" lvl="0" indent="0" algn="just" rtl="0">
              <a:spcBef>
                <a:spcPts val="0"/>
              </a:spcBef>
              <a:spcAft>
                <a:spcPts val="0"/>
              </a:spcAft>
              <a:buNone/>
            </a:pPr>
            <a:r>
              <a:rPr lang="en-US" sz="1200">
                <a:solidFill>
                  <a:schemeClr val="dk1"/>
                </a:solidFill>
                <a:latin typeface="Arial"/>
                <a:ea typeface="Arial"/>
                <a:cs typeface="Arial"/>
                <a:sym typeface="Arial"/>
              </a:rPr>
              <a:t>Introduction, Definitions, Trust Boundaries, Challenges Identity and Access Management Architecture and Practices Getting Ready for the Cloud Relevant IAM Standards and Protocols for Cloud Services Cloud Authorization Management Cloud Authorization Management Cloud Service Provider IAM Practice.</a:t>
            </a:r>
            <a:endParaRPr sz="1200">
              <a:solidFill>
                <a:schemeClr val="dk1"/>
              </a:solidFill>
              <a:latin typeface="Arial"/>
              <a:ea typeface="Arial"/>
              <a:cs typeface="Arial"/>
              <a:sym typeface="Arial"/>
            </a:endParaRPr>
          </a:p>
          <a:p>
            <a:pPr marL="0" marR="0" lvl="0" indent="0" algn="l" rtl="0">
              <a:spcBef>
                <a:spcPts val="0"/>
              </a:spcBef>
              <a:spcAft>
                <a:spcPts val="0"/>
              </a:spcAft>
              <a:buNone/>
            </a:pPr>
            <a:endParaRPr sz="1200">
              <a:solidFill>
                <a:schemeClr val="dk1"/>
              </a:solidFill>
              <a:latin typeface="Arial"/>
              <a:ea typeface="Arial"/>
              <a:cs typeface="Arial"/>
              <a:sym typeface="Arial"/>
            </a:endParaRPr>
          </a:p>
          <a:p>
            <a:pPr marL="0" marR="0" lvl="0" indent="0" algn="l" rtl="0">
              <a:spcBef>
                <a:spcPts val="0"/>
              </a:spcBef>
              <a:spcAft>
                <a:spcPts val="0"/>
              </a:spcAft>
              <a:buNone/>
            </a:pPr>
            <a:r>
              <a:rPr lang="en-US" sz="1200">
                <a:solidFill>
                  <a:schemeClr val="dk1"/>
                </a:solidFill>
                <a:latin typeface="Arial"/>
                <a:ea typeface="Arial"/>
                <a:cs typeface="Arial"/>
                <a:sym typeface="Arial"/>
              </a:rPr>
              <a:t>Unit-4: Security Management in the Cloud </a:t>
            </a:r>
            <a:endParaRPr sz="1200">
              <a:solidFill>
                <a:schemeClr val="dk1"/>
              </a:solidFill>
              <a:latin typeface="Arial"/>
              <a:ea typeface="Arial"/>
              <a:cs typeface="Arial"/>
              <a:sym typeface="Arial"/>
            </a:endParaRPr>
          </a:p>
          <a:p>
            <a:pPr marL="0" marR="0" lvl="0" indent="0" algn="just" rtl="0">
              <a:spcBef>
                <a:spcPts val="0"/>
              </a:spcBef>
              <a:spcAft>
                <a:spcPts val="0"/>
              </a:spcAft>
              <a:buNone/>
            </a:pPr>
            <a:r>
              <a:rPr lang="en-US" sz="1200">
                <a:solidFill>
                  <a:schemeClr val="dk1"/>
                </a:solidFill>
                <a:latin typeface="Arial"/>
                <a:ea typeface="Arial"/>
                <a:cs typeface="Arial"/>
                <a:sym typeface="Arial"/>
              </a:rPr>
              <a:t>Security Management Standards Availability Management PaaS, Availability, Management SaaS, Availability, Management, IaaS Availability Management Access Control, Security Vulnerability Patch, and Configuration Management </a:t>
            </a:r>
            <a:endParaRPr/>
          </a:p>
          <a:p>
            <a:pPr marL="0" marR="0" lvl="0" indent="0" algn="l" rtl="0">
              <a:spcBef>
                <a:spcPts val="0"/>
              </a:spcBef>
              <a:spcAft>
                <a:spcPts val="0"/>
              </a:spcAft>
              <a:buNone/>
            </a:pPr>
            <a:endParaRPr sz="1200">
              <a:solidFill>
                <a:schemeClr val="dk1"/>
              </a:solidFill>
              <a:latin typeface="Arial"/>
              <a:ea typeface="Arial"/>
              <a:cs typeface="Arial"/>
              <a:sym typeface="Arial"/>
            </a:endParaRPr>
          </a:p>
          <a:p>
            <a:pPr marL="0" marR="0" lvl="0" indent="0" algn="l" rtl="0">
              <a:spcBef>
                <a:spcPts val="0"/>
              </a:spcBef>
              <a:spcAft>
                <a:spcPts val="0"/>
              </a:spcAft>
              <a:buNone/>
            </a:pPr>
            <a:r>
              <a:rPr lang="en-US" sz="1200">
                <a:solidFill>
                  <a:schemeClr val="dk1"/>
                </a:solidFill>
                <a:latin typeface="Arial"/>
                <a:ea typeface="Arial"/>
                <a:cs typeface="Arial"/>
                <a:sym typeface="Arial"/>
              </a:rPr>
              <a:t>Unit-5: Legal and Compliance Issues </a:t>
            </a:r>
            <a:endParaRPr sz="1200">
              <a:solidFill>
                <a:schemeClr val="dk1"/>
              </a:solidFill>
              <a:latin typeface="Arial"/>
              <a:ea typeface="Arial"/>
              <a:cs typeface="Arial"/>
              <a:sym typeface="Arial"/>
            </a:endParaRPr>
          </a:p>
          <a:p>
            <a:pPr marL="0" marR="0" lvl="0" indent="0" algn="just" rtl="0">
              <a:spcBef>
                <a:spcPts val="0"/>
              </a:spcBef>
              <a:spcAft>
                <a:spcPts val="0"/>
              </a:spcAft>
              <a:buNone/>
            </a:pPr>
            <a:r>
              <a:rPr lang="en-US" sz="1200">
                <a:solidFill>
                  <a:schemeClr val="dk1"/>
                </a:solidFill>
                <a:latin typeface="Arial"/>
                <a:ea typeface="Arial"/>
                <a:cs typeface="Arial"/>
                <a:sym typeface="Arial"/>
              </a:rPr>
              <a:t>Legal and Compliance Issues ,Responsibility ownership of data, right to penetration test local law where data is held examination of modern Security Standards (eg.PCIDSS) how standards deal with cloud services and virtualization, compliance for the cloud provider vs. compliance for the customer.  </a:t>
            </a:r>
            <a:endParaRPr sz="1200">
              <a:solidFill>
                <a:schemeClr val="dk1"/>
              </a:solidFill>
              <a:latin typeface="Arial"/>
              <a:ea typeface="Arial"/>
              <a:cs typeface="Arial"/>
              <a:sym typeface="Arial"/>
            </a:endParaRPr>
          </a:p>
          <a:p>
            <a:pPr marL="0" marR="0" lvl="0" indent="0" algn="just" rtl="0">
              <a:spcBef>
                <a:spcPts val="0"/>
              </a:spcBef>
              <a:spcAft>
                <a:spcPts val="0"/>
              </a:spcAft>
              <a:buNone/>
            </a:pPr>
            <a:endParaRPr sz="1200">
              <a:solidFill>
                <a:schemeClr val="dk1"/>
              </a:solidFill>
              <a:latin typeface="Arial"/>
              <a:ea typeface="Arial"/>
              <a:cs typeface="Arial"/>
              <a:sym typeface="Arial"/>
            </a:endParaRPr>
          </a:p>
          <a:p>
            <a:pPr marL="0" marR="0" lvl="0" indent="0" algn="l" rtl="0">
              <a:spcBef>
                <a:spcPts val="0"/>
              </a:spcBef>
              <a:spcAft>
                <a:spcPts val="0"/>
              </a:spcAft>
              <a:buNone/>
            </a:pPr>
            <a:r>
              <a:rPr lang="en-US" sz="1200" b="1">
                <a:solidFill>
                  <a:schemeClr val="dk1"/>
                </a:solidFill>
                <a:latin typeface="Arial"/>
                <a:ea typeface="Arial"/>
                <a:cs typeface="Arial"/>
                <a:sym typeface="Arial"/>
              </a:rPr>
              <a:t>Text Books </a:t>
            </a:r>
            <a:endParaRPr/>
          </a:p>
          <a:p>
            <a:pPr marL="0" marR="0" lvl="0" indent="0" algn="l" rtl="0">
              <a:spcBef>
                <a:spcPts val="0"/>
              </a:spcBef>
              <a:spcAft>
                <a:spcPts val="0"/>
              </a:spcAft>
              <a:buNone/>
            </a:pPr>
            <a:r>
              <a:rPr lang="en-US" sz="1200">
                <a:solidFill>
                  <a:schemeClr val="dk1"/>
                </a:solidFill>
                <a:latin typeface="Arial"/>
                <a:ea typeface="Arial"/>
                <a:cs typeface="Arial"/>
                <a:sym typeface="Arial"/>
              </a:rPr>
              <a:t>Tim Mather, Subra Kumaraswamy, Shahed Latif, Cloud Security and Privacy, O’Reilly. </a:t>
            </a:r>
            <a:endParaRPr/>
          </a:p>
          <a:p>
            <a:pPr marL="0" marR="0" lvl="0" indent="0" algn="l" rtl="0">
              <a:spcBef>
                <a:spcPts val="0"/>
              </a:spcBef>
              <a:spcAft>
                <a:spcPts val="0"/>
              </a:spcAft>
              <a:buNone/>
            </a:pPr>
            <a:r>
              <a:rPr lang="en-US" sz="1200">
                <a:solidFill>
                  <a:schemeClr val="dk1"/>
                </a:solidFill>
                <a:latin typeface="Arial"/>
                <a:ea typeface="Arial"/>
                <a:cs typeface="Arial"/>
                <a:sym typeface="Arial"/>
              </a:rPr>
              <a:t>Raghu Yeluri, Enrique Castro-Leon, Building the Infrastructure for Cloud Security A Solutions view, Apress open. </a:t>
            </a:r>
            <a:endParaRPr/>
          </a:p>
          <a:p>
            <a:pPr marL="0" marR="0" lvl="0" indent="0" algn="l" rtl="0">
              <a:spcBef>
                <a:spcPts val="0"/>
              </a:spcBef>
              <a:spcAft>
                <a:spcPts val="0"/>
              </a:spcAft>
              <a:buNone/>
            </a:pPr>
            <a:r>
              <a:rPr lang="en-US" sz="1200">
                <a:solidFill>
                  <a:schemeClr val="dk1"/>
                </a:solidFill>
                <a:latin typeface="Arial"/>
                <a:ea typeface="Arial"/>
                <a:cs typeface="Arial"/>
                <a:sym typeface="Arial"/>
              </a:rPr>
              <a:t>Ronald L. Krutz, Russell Dean Vines, Cloud Security A Comprehensive Guide to Secure Cloud Computing, Wiley. </a:t>
            </a:r>
            <a:endParaRPr/>
          </a:p>
          <a:p>
            <a:pPr marL="0" marR="0" lvl="0" indent="0" algn="l" rtl="0">
              <a:spcBef>
                <a:spcPts val="0"/>
              </a:spcBef>
              <a:spcAft>
                <a:spcPts val="0"/>
              </a:spcAft>
              <a:buNone/>
            </a:pPr>
            <a:endParaRPr sz="1200">
              <a:solidFill>
                <a:schemeClr val="dk1"/>
              </a:solidFill>
              <a:latin typeface="Arial"/>
              <a:ea typeface="Arial"/>
              <a:cs typeface="Arial"/>
              <a:sym typeface="Arial"/>
            </a:endParaRPr>
          </a:p>
          <a:p>
            <a:pPr marL="0" marR="0" lvl="0" indent="0" algn="l" rtl="0">
              <a:spcBef>
                <a:spcPts val="0"/>
              </a:spcBef>
              <a:spcAft>
                <a:spcPts val="0"/>
              </a:spcAft>
              <a:buNone/>
            </a:pPr>
            <a:r>
              <a:rPr lang="en-US" sz="1200" b="1">
                <a:solidFill>
                  <a:schemeClr val="dk1"/>
                </a:solidFill>
                <a:latin typeface="Arial"/>
                <a:ea typeface="Arial"/>
                <a:cs typeface="Arial"/>
                <a:sym typeface="Arial"/>
              </a:rPr>
              <a:t>References </a:t>
            </a:r>
            <a:endParaRPr/>
          </a:p>
          <a:p>
            <a:pPr marL="0" marR="0" lvl="0" indent="0" algn="l" rtl="0">
              <a:spcBef>
                <a:spcPts val="0"/>
              </a:spcBef>
              <a:spcAft>
                <a:spcPts val="0"/>
              </a:spcAft>
              <a:buNone/>
            </a:pPr>
            <a:r>
              <a:rPr lang="en-US" sz="1200">
                <a:solidFill>
                  <a:schemeClr val="dk1"/>
                </a:solidFill>
                <a:latin typeface="Arial"/>
                <a:ea typeface="Arial"/>
                <a:cs typeface="Arial"/>
                <a:sym typeface="Arial"/>
              </a:rPr>
              <a:t>John Rittinghouse, James Ransome, Cloud Computing, CRC Press. </a:t>
            </a:r>
            <a:endParaRPr/>
          </a:p>
          <a:p>
            <a:pPr marL="0" marR="0" lvl="0" indent="0" algn="l" rtl="0">
              <a:spcBef>
                <a:spcPts val="0"/>
              </a:spcBef>
              <a:spcAft>
                <a:spcPts val="0"/>
              </a:spcAft>
              <a:buNone/>
            </a:pPr>
            <a:r>
              <a:rPr lang="en-US" sz="1200">
                <a:solidFill>
                  <a:schemeClr val="dk1"/>
                </a:solidFill>
                <a:latin typeface="Arial"/>
                <a:ea typeface="Arial"/>
                <a:cs typeface="Arial"/>
                <a:sym typeface="Arial"/>
              </a:rPr>
              <a:t>J.R. ("Vic") Winkler, Securing the Cloud, Syngress. </a:t>
            </a:r>
            <a:endParaRPr/>
          </a:p>
          <a:p>
            <a:pPr marL="0" marR="0" lvl="0" indent="0" algn="l" rtl="0">
              <a:spcBef>
                <a:spcPts val="0"/>
              </a:spcBef>
              <a:spcAft>
                <a:spcPts val="0"/>
              </a:spcAft>
              <a:buNone/>
            </a:pPr>
            <a:r>
              <a:rPr lang="en-US" sz="1200">
                <a:solidFill>
                  <a:schemeClr val="dk1"/>
                </a:solidFill>
                <a:latin typeface="Arial"/>
                <a:ea typeface="Arial"/>
                <a:cs typeface="Arial"/>
                <a:sym typeface="Arial"/>
              </a:rPr>
              <a:t>Cloud Security Alliance, Security Guidance for Critical Areas of Focus in Cloud Computing. </a:t>
            </a:r>
            <a:endParaRPr/>
          </a:p>
          <a:p>
            <a:pPr marL="0" marR="0" lvl="0" indent="0" algn="l" rtl="0">
              <a:spcBef>
                <a:spcPts val="0"/>
              </a:spcBef>
              <a:spcAft>
                <a:spcPts val="0"/>
              </a:spcAft>
              <a:buNone/>
            </a:pPr>
            <a:r>
              <a:rPr lang="en-US" sz="1200">
                <a:solidFill>
                  <a:schemeClr val="dk1"/>
                </a:solidFill>
                <a:latin typeface="Arial"/>
                <a:ea typeface="Arial"/>
                <a:cs typeface="Arial"/>
                <a:sym typeface="Arial"/>
              </a:rPr>
              <a:t>Vmware, VMware Security Hardening Guide, White Paper. </a:t>
            </a:r>
            <a:endParaRPr/>
          </a:p>
          <a:p>
            <a:pPr marL="0" marR="0" lvl="0" indent="0" algn="l" rtl="0">
              <a:spcBef>
                <a:spcPts val="0"/>
              </a:spcBef>
              <a:spcAft>
                <a:spcPts val="0"/>
              </a:spcAft>
              <a:buNone/>
            </a:pPr>
            <a:r>
              <a:rPr lang="en-US" sz="1200">
                <a:solidFill>
                  <a:schemeClr val="dk1"/>
                </a:solidFill>
                <a:latin typeface="Arial"/>
                <a:ea typeface="Arial"/>
                <a:cs typeface="Arial"/>
                <a:sym typeface="Arial"/>
              </a:rPr>
              <a:t>Cloud Security Alliance 2010, Top Threats to Cloud Computing, Microsoft. </a:t>
            </a:r>
            <a:endParaRPr/>
          </a:p>
          <a:p>
            <a:pPr marL="0" marR="0" lvl="0" indent="0" algn="just" rtl="0">
              <a:spcBef>
                <a:spcPts val="0"/>
              </a:spcBef>
              <a:spcAft>
                <a:spcPts val="0"/>
              </a:spcAft>
              <a:buNone/>
            </a:pPr>
            <a:endParaRPr sz="1200">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5"/>
          <p:cNvSpPr txBox="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lt2"/>
              </a:buClr>
              <a:buSzPts val="1200"/>
              <a:buFont typeface="Times New Roman"/>
              <a:buNone/>
            </a:pPr>
            <a:r>
              <a:rPr lang="en-US" sz="1200" b="0" i="1" u="none" strike="noStrike" cap="none">
                <a:solidFill>
                  <a:schemeClr val="lt2"/>
                </a:solidFill>
                <a:latin typeface="Times New Roman"/>
                <a:ea typeface="Times New Roman"/>
                <a:cs typeface="Times New Roman"/>
                <a:sym typeface="Times New Roman"/>
              </a:rPr>
              <a:t>Introduction to NLP </a:t>
            </a:r>
            <a:endParaRPr sz="1800">
              <a:solidFill>
                <a:schemeClr val="dk1"/>
              </a:solidFill>
              <a:latin typeface="Arial"/>
              <a:ea typeface="Arial"/>
              <a:cs typeface="Arial"/>
              <a:sym typeface="Arial"/>
            </a:endParaRPr>
          </a:p>
        </p:txBody>
      </p:sp>
      <p:sp>
        <p:nvSpPr>
          <p:cNvPr id="172" name="Google Shape;172;p5"/>
          <p:cNvSpPr txBox="1"/>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lt2"/>
              </a:buClr>
              <a:buSzPts val="1200"/>
              <a:buFont typeface="Times New Roman"/>
              <a:buNone/>
            </a:pPr>
            <a:fld id="{00000000-1234-1234-1234-123412341234}" type="slidenum">
              <a:rPr lang="en-US" sz="1200" b="0" i="1" u="none" strike="noStrike" cap="none">
                <a:solidFill>
                  <a:schemeClr val="lt2"/>
                </a:solidFill>
                <a:latin typeface="Times New Roman"/>
                <a:ea typeface="Times New Roman"/>
                <a:cs typeface="Times New Roman"/>
                <a:sym typeface="Times New Roman"/>
              </a:rPr>
              <a:t>5</a:t>
            </a:fld>
            <a:endParaRPr sz="1800">
              <a:solidFill>
                <a:schemeClr val="dk1"/>
              </a:solidFill>
              <a:latin typeface="Arial"/>
              <a:ea typeface="Arial"/>
              <a:cs typeface="Arial"/>
              <a:sym typeface="Arial"/>
            </a:endParaRPr>
          </a:p>
        </p:txBody>
      </p:sp>
      <p:sp>
        <p:nvSpPr>
          <p:cNvPr id="173" name="Google Shape;173;p5"/>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292929"/>
              </a:buClr>
              <a:buSzPts val="3600"/>
              <a:buNone/>
            </a:pPr>
            <a:r>
              <a:rPr lang="en-US" sz="3600"/>
              <a:t>What is Cloud security?</a:t>
            </a:r>
            <a:endParaRPr/>
          </a:p>
        </p:txBody>
      </p:sp>
      <p:sp>
        <p:nvSpPr>
          <p:cNvPr id="174" name="Google Shape;174;p5"/>
          <p:cNvSpPr txBox="1">
            <a:spLocks noGrp="1"/>
          </p:cNvSpPr>
          <p:nvPr>
            <p:ph type="body" idx="1"/>
          </p:nvPr>
        </p:nvSpPr>
        <p:spPr>
          <a:xfrm>
            <a:off x="685800" y="1981200"/>
            <a:ext cx="7772400" cy="4114800"/>
          </a:xfrm>
          <a:prstGeom prst="rect">
            <a:avLst/>
          </a:prstGeom>
          <a:noFill/>
          <a:ln>
            <a:noFill/>
          </a:ln>
        </p:spPr>
        <p:txBody>
          <a:bodyPr spcFirstLastPara="1" wrap="square" lIns="91425" tIns="45700" rIns="91425" bIns="45700" anchor="t" anchorCtr="0">
            <a:noAutofit/>
          </a:bodyPr>
          <a:lstStyle/>
          <a:p>
            <a:pPr marL="342900" lvl="0" indent="-342900" algn="just" rtl="0">
              <a:lnSpc>
                <a:spcPct val="100000"/>
              </a:lnSpc>
              <a:spcBef>
                <a:spcPts val="0"/>
              </a:spcBef>
              <a:spcAft>
                <a:spcPts val="0"/>
              </a:spcAft>
              <a:buSzPts val="1800"/>
              <a:buFont typeface="Times New Roman"/>
              <a:buChar char="•"/>
            </a:pPr>
            <a:r>
              <a:rPr lang="en-US">
                <a:latin typeface="Times New Roman"/>
                <a:ea typeface="Times New Roman"/>
                <a:cs typeface="Times New Roman"/>
                <a:sym typeface="Times New Roman"/>
              </a:rPr>
              <a:t>Cloud security, also known as cloud computing security, is a collection of security measures designed to protect cloud-based infrastructure, applications, and data.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6"/>
          <p:cNvSpPr txBox="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lt2"/>
              </a:buClr>
              <a:buSzPts val="1200"/>
              <a:buFont typeface="Times New Roman"/>
              <a:buNone/>
            </a:pPr>
            <a:r>
              <a:rPr lang="en-US" sz="1200" b="0" i="1" u="none" strike="noStrike" cap="none">
                <a:solidFill>
                  <a:schemeClr val="lt2"/>
                </a:solidFill>
                <a:latin typeface="Times New Roman"/>
                <a:ea typeface="Times New Roman"/>
                <a:cs typeface="Times New Roman"/>
                <a:sym typeface="Times New Roman"/>
              </a:rPr>
              <a:t>Introduction to NLP </a:t>
            </a:r>
            <a:endParaRPr sz="1800">
              <a:solidFill>
                <a:schemeClr val="dk1"/>
              </a:solidFill>
              <a:latin typeface="Arial"/>
              <a:ea typeface="Arial"/>
              <a:cs typeface="Arial"/>
              <a:sym typeface="Arial"/>
            </a:endParaRPr>
          </a:p>
        </p:txBody>
      </p:sp>
      <p:sp>
        <p:nvSpPr>
          <p:cNvPr id="180" name="Google Shape;180;p6"/>
          <p:cNvSpPr txBox="1"/>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lt2"/>
              </a:buClr>
              <a:buSzPts val="1200"/>
              <a:buFont typeface="Times New Roman"/>
              <a:buNone/>
            </a:pPr>
            <a:fld id="{00000000-1234-1234-1234-123412341234}" type="slidenum">
              <a:rPr lang="en-US" sz="1200" b="0" i="1" u="none" strike="noStrike" cap="none">
                <a:solidFill>
                  <a:schemeClr val="lt2"/>
                </a:solidFill>
                <a:latin typeface="Times New Roman"/>
                <a:ea typeface="Times New Roman"/>
                <a:cs typeface="Times New Roman"/>
                <a:sym typeface="Times New Roman"/>
              </a:rPr>
              <a:t>6</a:t>
            </a:fld>
            <a:endParaRPr sz="1800">
              <a:solidFill>
                <a:schemeClr val="dk1"/>
              </a:solidFill>
              <a:latin typeface="Arial"/>
              <a:ea typeface="Arial"/>
              <a:cs typeface="Arial"/>
              <a:sym typeface="Arial"/>
            </a:endParaRPr>
          </a:p>
        </p:txBody>
      </p:sp>
      <p:sp>
        <p:nvSpPr>
          <p:cNvPr id="181" name="Google Shape;181;p6"/>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292929"/>
              </a:buClr>
              <a:buSzPts val="3600"/>
              <a:buNone/>
            </a:pPr>
            <a:r>
              <a:rPr lang="en-US" sz="3600"/>
              <a:t>CONFIDENTIALITY AND PRIVACY</a:t>
            </a:r>
            <a:endParaRPr/>
          </a:p>
        </p:txBody>
      </p:sp>
      <p:sp>
        <p:nvSpPr>
          <p:cNvPr id="182" name="Google Shape;182;p6"/>
          <p:cNvSpPr txBox="1">
            <a:spLocks noGrp="1"/>
          </p:cNvSpPr>
          <p:nvPr>
            <p:ph type="body" idx="1"/>
          </p:nvPr>
        </p:nvSpPr>
        <p:spPr>
          <a:xfrm>
            <a:off x="770207" y="1784252"/>
            <a:ext cx="7772400" cy="4114800"/>
          </a:xfrm>
          <a:prstGeom prst="rect">
            <a:avLst/>
          </a:prstGeom>
          <a:noFill/>
          <a:ln>
            <a:noFill/>
          </a:ln>
        </p:spPr>
        <p:txBody>
          <a:bodyPr spcFirstLastPara="1" wrap="square" lIns="91425" tIns="45700" rIns="91425" bIns="45700" anchor="t" anchorCtr="0">
            <a:normAutofit/>
          </a:bodyPr>
          <a:lstStyle/>
          <a:p>
            <a:pPr marL="457200" lvl="0" indent="-342900" algn="just" rtl="0">
              <a:lnSpc>
                <a:spcPct val="90000"/>
              </a:lnSpc>
              <a:spcBef>
                <a:spcPts val="1000"/>
              </a:spcBef>
              <a:spcAft>
                <a:spcPts val="0"/>
              </a:spcAft>
              <a:buSzPts val="1800"/>
              <a:buChar char="•"/>
            </a:pPr>
            <a:r>
              <a:rPr lang="en-US"/>
              <a:t>Data confidentiality. Data confidentiality is </a:t>
            </a:r>
            <a:r>
              <a:rPr lang="en-US" b="1"/>
              <a:t>the process of protecting data from illegal access and disclosure from the outsourced server and unauthorized users</a:t>
            </a:r>
            <a:r>
              <a:rPr lang="en-US"/>
              <a:t>. This is done by encrypting the data so that only the authorized users can decrypt it.</a:t>
            </a:r>
            <a:endParaRPr/>
          </a:p>
          <a:p>
            <a:pPr marL="457200" lvl="0" indent="-228600" algn="l" rtl="0">
              <a:lnSpc>
                <a:spcPct val="90000"/>
              </a:lnSpc>
              <a:spcBef>
                <a:spcPts val="1000"/>
              </a:spcBef>
              <a:spcAft>
                <a:spcPts val="0"/>
              </a:spcAft>
              <a:buClr>
                <a:schemeClr val="dk1"/>
              </a:buClr>
              <a:buSzPts val="1800"/>
              <a:buNone/>
            </a:pPr>
            <a:endParaRPr/>
          </a:p>
        </p:txBody>
      </p:sp>
      <p:pic>
        <p:nvPicPr>
          <p:cNvPr id="183" name="Google Shape;183;p6"/>
          <p:cNvPicPr preferRelativeResize="0"/>
          <p:nvPr/>
        </p:nvPicPr>
        <p:blipFill rotWithShape="1">
          <a:blip r:embed="rId3">
            <a:alphaModFix/>
          </a:blip>
          <a:srcRect l="61914" t="23161" r="2211" b="46963"/>
          <a:stretch/>
        </p:blipFill>
        <p:spPr>
          <a:xfrm>
            <a:off x="3544238" y="4269511"/>
            <a:ext cx="3606855" cy="258848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7"/>
          <p:cNvSpPr txBox="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lt2"/>
              </a:buClr>
              <a:buSzPts val="1200"/>
              <a:buFont typeface="Times New Roman"/>
              <a:buNone/>
            </a:pPr>
            <a:r>
              <a:rPr lang="en-US" sz="1200" b="0" i="1" u="none" strike="noStrike" cap="none">
                <a:solidFill>
                  <a:schemeClr val="lt2"/>
                </a:solidFill>
                <a:latin typeface="Times New Roman"/>
                <a:ea typeface="Times New Roman"/>
                <a:cs typeface="Times New Roman"/>
                <a:sym typeface="Times New Roman"/>
              </a:rPr>
              <a:t>Introduction to NLP </a:t>
            </a:r>
            <a:endParaRPr sz="1800">
              <a:solidFill>
                <a:schemeClr val="dk1"/>
              </a:solidFill>
              <a:latin typeface="Arial"/>
              <a:ea typeface="Arial"/>
              <a:cs typeface="Arial"/>
              <a:sym typeface="Arial"/>
            </a:endParaRPr>
          </a:p>
        </p:txBody>
      </p:sp>
      <p:sp>
        <p:nvSpPr>
          <p:cNvPr id="189" name="Google Shape;189;p7"/>
          <p:cNvSpPr txBox="1"/>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lt2"/>
              </a:buClr>
              <a:buSzPts val="1200"/>
              <a:buFont typeface="Times New Roman"/>
              <a:buNone/>
            </a:pPr>
            <a:fld id="{00000000-1234-1234-1234-123412341234}" type="slidenum">
              <a:rPr lang="en-US" sz="1200" b="0" i="1" u="none" strike="noStrike" cap="none">
                <a:solidFill>
                  <a:schemeClr val="lt2"/>
                </a:solidFill>
                <a:latin typeface="Times New Roman"/>
                <a:ea typeface="Times New Roman"/>
                <a:cs typeface="Times New Roman"/>
                <a:sym typeface="Times New Roman"/>
              </a:rPr>
              <a:t>7</a:t>
            </a:fld>
            <a:endParaRPr sz="1800">
              <a:solidFill>
                <a:schemeClr val="dk1"/>
              </a:solidFill>
              <a:latin typeface="Arial"/>
              <a:ea typeface="Arial"/>
              <a:cs typeface="Arial"/>
              <a:sym typeface="Arial"/>
            </a:endParaRPr>
          </a:p>
        </p:txBody>
      </p:sp>
      <p:sp>
        <p:nvSpPr>
          <p:cNvPr id="190" name="Google Shape;190;p7"/>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292929"/>
              </a:buClr>
              <a:buSzPts val="3200"/>
              <a:buNone/>
            </a:pPr>
            <a:r>
              <a:rPr lang="en-US"/>
              <a:t>INTEGRITY AND SECURITY</a:t>
            </a:r>
            <a:endParaRPr/>
          </a:p>
        </p:txBody>
      </p:sp>
      <p:sp>
        <p:nvSpPr>
          <p:cNvPr id="191" name="Google Shape;191;p7"/>
          <p:cNvSpPr txBox="1">
            <a:spLocks noGrp="1"/>
          </p:cNvSpPr>
          <p:nvPr>
            <p:ph type="body" idx="1"/>
          </p:nvPr>
        </p:nvSpPr>
        <p:spPr>
          <a:xfrm>
            <a:off x="685800" y="1981200"/>
            <a:ext cx="7772400" cy="4114800"/>
          </a:xfrm>
          <a:prstGeom prst="rect">
            <a:avLst/>
          </a:prstGeom>
          <a:noFill/>
          <a:ln>
            <a:noFill/>
          </a:ln>
        </p:spPr>
        <p:txBody>
          <a:bodyPr spcFirstLastPara="1" wrap="square" lIns="91425" tIns="45700" rIns="91425" bIns="45700" anchor="t" anchorCtr="0">
            <a:noAutofit/>
          </a:bodyPr>
          <a:lstStyle/>
          <a:p>
            <a:pPr marL="457200" lvl="0" indent="-342900" algn="just" rtl="0">
              <a:lnSpc>
                <a:spcPct val="90000"/>
              </a:lnSpc>
              <a:spcBef>
                <a:spcPts val="1000"/>
              </a:spcBef>
              <a:spcAft>
                <a:spcPts val="0"/>
              </a:spcAft>
              <a:buSzPts val="1800"/>
              <a:buChar char="•"/>
            </a:pPr>
            <a:r>
              <a:rPr lang="en-US"/>
              <a:t>Data integrity in the cloud system means preserving information integrity. The data should not be lost or modified by unauthorized users.</a:t>
            </a:r>
            <a:endParaRPr/>
          </a:p>
          <a:p>
            <a:pPr marL="457200" lvl="0" indent="-342900" algn="just" rtl="0">
              <a:lnSpc>
                <a:spcPct val="90000"/>
              </a:lnSpc>
              <a:spcBef>
                <a:spcPts val="1000"/>
              </a:spcBef>
              <a:spcAft>
                <a:spcPts val="0"/>
              </a:spcAft>
              <a:buSzPts val="1800"/>
              <a:buChar char="•"/>
            </a:pPr>
            <a:r>
              <a:rPr lang="en-US" b="1"/>
              <a:t>Every individual has the right to control his or her own data, whether private, public or professional</a:t>
            </a:r>
            <a:r>
              <a:rPr lang="en-US"/>
              <a:t>.</a:t>
            </a:r>
            <a:endParaRPr/>
          </a:p>
          <a:p>
            <a:pPr marL="342900" lvl="0" indent="-228600" algn="just" rtl="0">
              <a:lnSpc>
                <a:spcPct val="100000"/>
              </a:lnSpc>
              <a:spcBef>
                <a:spcPts val="0"/>
              </a:spcBef>
              <a:spcAft>
                <a:spcPts val="0"/>
              </a:spcAft>
              <a:buClr>
                <a:schemeClr val="dk1"/>
              </a:buClr>
              <a:buSzPts val="1800"/>
              <a:buFont typeface="Times New Roman"/>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8"/>
          <p:cNvSpPr txBox="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lt2"/>
              </a:buClr>
              <a:buSzPts val="1200"/>
              <a:buFont typeface="Times New Roman"/>
              <a:buNone/>
            </a:pPr>
            <a:r>
              <a:rPr lang="en-US" sz="1200" b="0" i="1" u="none" strike="noStrike" cap="none">
                <a:solidFill>
                  <a:schemeClr val="lt2"/>
                </a:solidFill>
                <a:latin typeface="Times New Roman"/>
                <a:ea typeface="Times New Roman"/>
                <a:cs typeface="Times New Roman"/>
                <a:sym typeface="Times New Roman"/>
              </a:rPr>
              <a:t>Introduction to NLP </a:t>
            </a:r>
            <a:endParaRPr sz="1800">
              <a:solidFill>
                <a:schemeClr val="dk1"/>
              </a:solidFill>
              <a:latin typeface="Arial"/>
              <a:ea typeface="Arial"/>
              <a:cs typeface="Arial"/>
              <a:sym typeface="Arial"/>
            </a:endParaRPr>
          </a:p>
        </p:txBody>
      </p:sp>
      <p:sp>
        <p:nvSpPr>
          <p:cNvPr id="197" name="Google Shape;197;p8"/>
          <p:cNvSpPr txBox="1"/>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lt2"/>
              </a:buClr>
              <a:buSzPts val="1200"/>
              <a:buFont typeface="Times New Roman"/>
              <a:buNone/>
            </a:pPr>
            <a:fld id="{00000000-1234-1234-1234-123412341234}" type="slidenum">
              <a:rPr lang="en-US" sz="1200" b="0" i="1" u="none" strike="noStrike" cap="none">
                <a:solidFill>
                  <a:schemeClr val="lt2"/>
                </a:solidFill>
                <a:latin typeface="Times New Roman"/>
                <a:ea typeface="Times New Roman"/>
                <a:cs typeface="Times New Roman"/>
                <a:sym typeface="Times New Roman"/>
              </a:rPr>
              <a:t>8</a:t>
            </a:fld>
            <a:endParaRPr sz="1800">
              <a:solidFill>
                <a:schemeClr val="dk1"/>
              </a:solidFill>
              <a:latin typeface="Arial"/>
              <a:ea typeface="Arial"/>
              <a:cs typeface="Arial"/>
              <a:sym typeface="Arial"/>
            </a:endParaRPr>
          </a:p>
        </p:txBody>
      </p:sp>
      <p:sp>
        <p:nvSpPr>
          <p:cNvPr id="198" name="Google Shape;198;p8"/>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292929"/>
              </a:buClr>
              <a:buSzPts val="3600"/>
              <a:buNone/>
            </a:pPr>
            <a:r>
              <a:rPr lang="en-US"/>
              <a:t>Authentication</a:t>
            </a:r>
            <a:endParaRPr/>
          </a:p>
        </p:txBody>
      </p:sp>
      <p:sp>
        <p:nvSpPr>
          <p:cNvPr id="199" name="Google Shape;199;p8"/>
          <p:cNvSpPr txBox="1">
            <a:spLocks noGrp="1"/>
          </p:cNvSpPr>
          <p:nvPr>
            <p:ph type="body" idx="1"/>
          </p:nvPr>
        </p:nvSpPr>
        <p:spPr>
          <a:xfrm>
            <a:off x="685800" y="1981200"/>
            <a:ext cx="7772400" cy="4114800"/>
          </a:xfrm>
          <a:prstGeom prst="rect">
            <a:avLst/>
          </a:prstGeom>
          <a:noFill/>
          <a:ln>
            <a:noFill/>
          </a:ln>
        </p:spPr>
        <p:txBody>
          <a:bodyPr spcFirstLastPara="1" wrap="square" lIns="91425" tIns="45700" rIns="91425" bIns="45700" anchor="t" anchorCtr="0">
            <a:noAutofit/>
          </a:bodyPr>
          <a:lstStyle/>
          <a:p>
            <a:pPr marL="457200" lvl="0" indent="-342900" algn="just" rtl="0">
              <a:lnSpc>
                <a:spcPct val="90000"/>
              </a:lnSpc>
              <a:spcBef>
                <a:spcPts val="1000"/>
              </a:spcBef>
              <a:spcAft>
                <a:spcPts val="0"/>
              </a:spcAft>
              <a:buSzPts val="1800"/>
              <a:buFont typeface="Noto Sans Symbols"/>
              <a:buChar char="▪"/>
            </a:pPr>
            <a:r>
              <a:rPr lang="en-US" sz="2400"/>
              <a:t>Cloud computing is helping businesses to store a large amount of data at relatively low costs but it is essential these service providers offer methods to ensure users are authenticated.</a:t>
            </a:r>
            <a:endParaRPr/>
          </a:p>
          <a:p>
            <a:pPr marL="457200" lvl="0" indent="-342900" algn="just" rtl="0">
              <a:lnSpc>
                <a:spcPct val="90000"/>
              </a:lnSpc>
              <a:spcBef>
                <a:spcPts val="1000"/>
              </a:spcBef>
              <a:spcAft>
                <a:spcPts val="0"/>
              </a:spcAft>
              <a:buSzPts val="1800"/>
              <a:buFont typeface="Noto Sans Symbols"/>
              <a:buChar char="▪"/>
            </a:pPr>
            <a:r>
              <a:rPr lang="en-US" sz="2400" b="1"/>
              <a:t>Cloud Authentication Methods</a:t>
            </a:r>
            <a:endParaRPr/>
          </a:p>
          <a:p>
            <a:pPr marL="457200" lvl="0" indent="-457200" algn="just" rtl="0">
              <a:lnSpc>
                <a:spcPct val="90000"/>
              </a:lnSpc>
              <a:spcBef>
                <a:spcPts val="1000"/>
              </a:spcBef>
              <a:spcAft>
                <a:spcPts val="0"/>
              </a:spcAft>
              <a:buSzPts val="1800"/>
              <a:buFont typeface="Arial"/>
              <a:buAutoNum type="arabicPeriod"/>
            </a:pPr>
            <a:r>
              <a:rPr lang="en-US" sz="2400" b="1"/>
              <a:t>API Keys</a:t>
            </a:r>
            <a:endParaRPr/>
          </a:p>
          <a:p>
            <a:pPr marL="457200" lvl="0" indent="-457200" algn="just" rtl="0">
              <a:lnSpc>
                <a:spcPct val="90000"/>
              </a:lnSpc>
              <a:spcBef>
                <a:spcPts val="1000"/>
              </a:spcBef>
              <a:spcAft>
                <a:spcPts val="0"/>
              </a:spcAft>
              <a:buSzPts val="1800"/>
              <a:buFont typeface="Arial"/>
              <a:buAutoNum type="arabicPeriod"/>
            </a:pPr>
            <a:r>
              <a:rPr lang="en-US" sz="2400" b="1"/>
              <a:t>Firebase Authentication</a:t>
            </a:r>
            <a:endParaRPr/>
          </a:p>
          <a:p>
            <a:pPr marL="457200" lvl="0" indent="-457200" algn="just" rtl="0">
              <a:lnSpc>
                <a:spcPct val="90000"/>
              </a:lnSpc>
              <a:spcBef>
                <a:spcPts val="1000"/>
              </a:spcBef>
              <a:spcAft>
                <a:spcPts val="0"/>
              </a:spcAft>
              <a:buSzPts val="1800"/>
              <a:buFont typeface="Arial"/>
              <a:buAutoNum type="arabicPeriod"/>
            </a:pPr>
            <a:r>
              <a:rPr lang="en-US" sz="2400" b="1"/>
              <a:t>Google Authentication</a:t>
            </a:r>
            <a:endParaRPr/>
          </a:p>
          <a:p>
            <a:pPr marL="457200" lvl="0" indent="-457200" algn="just" rtl="0">
              <a:lnSpc>
                <a:spcPct val="90000"/>
              </a:lnSpc>
              <a:spcBef>
                <a:spcPts val="1000"/>
              </a:spcBef>
              <a:spcAft>
                <a:spcPts val="0"/>
              </a:spcAft>
              <a:buSzPts val="1800"/>
              <a:buFont typeface="Arial"/>
              <a:buAutoNum type="arabicPeriod"/>
            </a:pPr>
            <a:r>
              <a:rPr lang="en-US" sz="2400" b="1"/>
              <a:t>Google Authorization and Service Accounts</a:t>
            </a:r>
            <a:endParaRPr/>
          </a:p>
          <a:p>
            <a:pPr marL="342900" lvl="0" indent="-241300" algn="just" rtl="0">
              <a:lnSpc>
                <a:spcPct val="90000"/>
              </a:lnSpc>
              <a:spcBef>
                <a:spcPts val="320"/>
              </a:spcBef>
              <a:spcAft>
                <a:spcPts val="0"/>
              </a:spcAft>
              <a:buClr>
                <a:schemeClr val="dk1"/>
              </a:buClr>
              <a:buSzPts val="1600"/>
              <a:buFont typeface="Times New Roman"/>
              <a:buNone/>
            </a:pPr>
            <a:endParaRPr sz="2400" b="0" i="0" u="none">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9"/>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4400"/>
              <a:buFont typeface="Arial"/>
              <a:buNone/>
            </a:pPr>
            <a:endParaRPr/>
          </a:p>
        </p:txBody>
      </p:sp>
      <p:sp>
        <p:nvSpPr>
          <p:cNvPr id="205" name="Google Shape;205;p9"/>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p>
            <a:pPr marL="457200" lvl="0" indent="-228600" algn="ctr" rtl="0">
              <a:lnSpc>
                <a:spcPct val="90000"/>
              </a:lnSpc>
              <a:spcBef>
                <a:spcPts val="1000"/>
              </a:spcBef>
              <a:spcAft>
                <a:spcPts val="0"/>
              </a:spcAft>
              <a:buSzPts val="1800"/>
              <a:buNone/>
            </a:pPr>
            <a:endParaRPr/>
          </a:p>
          <a:p>
            <a:pPr marL="457200" lvl="0" indent="-342900" algn="ctr" rtl="0">
              <a:lnSpc>
                <a:spcPct val="90000"/>
              </a:lnSpc>
              <a:spcBef>
                <a:spcPts val="1000"/>
              </a:spcBef>
              <a:spcAft>
                <a:spcPts val="0"/>
              </a:spcAft>
              <a:buSzPts val="1800"/>
              <a:buNone/>
            </a:pPr>
            <a:endParaRPr/>
          </a:p>
          <a:p>
            <a:pPr marL="457200" lvl="0" indent="-342900" algn="ctr" rtl="0">
              <a:lnSpc>
                <a:spcPct val="90000"/>
              </a:lnSpc>
              <a:spcBef>
                <a:spcPts val="1000"/>
              </a:spcBef>
              <a:spcAft>
                <a:spcPts val="0"/>
              </a:spcAft>
              <a:buSzPts val="1800"/>
              <a:buNone/>
            </a:pPr>
            <a:r>
              <a:rPr lang="en-US"/>
              <a:t>Question…….</a:t>
            </a:r>
            <a:endParaRPr/>
          </a:p>
        </p:txBody>
      </p:sp>
      <p:sp>
        <p:nvSpPr>
          <p:cNvPr id="206" name="Google Shape;206;p9"/>
          <p:cNvSpPr txBox="1">
            <a:spLocks noGrp="1"/>
          </p:cNvSpPr>
          <p:nvPr>
            <p:ph type="sldNum" idx="12"/>
          </p:nvPr>
        </p:nvSpPr>
        <p:spPr>
          <a:xfrm>
            <a:off x="8718403" y="39526"/>
            <a:ext cx="40460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chemeClr val="lt1"/>
              </a:buClr>
              <a:buSzPts val="1200"/>
              <a:buFont typeface="Arial"/>
              <a:buNone/>
            </a:pPr>
            <a:fld id="{00000000-1234-1234-1234-123412341234}" type="slidenum">
              <a:rPr lang="en-US"/>
              <a:t>9</a:t>
            </a:fld>
            <a:endParaRPr/>
          </a:p>
        </p:txBody>
      </p:sp>
    </p:spTree>
  </p:cSld>
  <p:clrMapOvr>
    <a:masterClrMapping/>
  </p:clrMapOvr>
</p:sld>
</file>

<file path=ppt/theme/theme1.xml><?xml version="1.0" encoding="utf-8"?>
<a:theme xmlns:a="http://schemas.openxmlformats.org/drawingml/2006/main" name="1_Office Theme">
  <a:themeElements>
    <a:clrScheme name="Custom 5">
      <a:dk1>
        <a:srgbClr val="000000"/>
      </a:dk1>
      <a:lt1>
        <a:srgbClr val="FFFFFF"/>
      </a:lt1>
      <a:dk2>
        <a:srgbClr val="293786"/>
      </a:dk2>
      <a:lt2>
        <a:srgbClr val="A21D2E"/>
      </a:lt2>
      <a:accent1>
        <a:srgbClr val="A6AFE4"/>
      </a:accent1>
      <a:accent2>
        <a:srgbClr val="F4BEC4"/>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711</Words>
  <Application>Microsoft Office PowerPoint</Application>
  <PresentationFormat>On-screen Show (4:3)</PresentationFormat>
  <Paragraphs>72</Paragraphs>
  <Slides>9</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Times New Roman</vt:lpstr>
      <vt:lpstr>Calibri</vt:lpstr>
      <vt:lpstr>Arial</vt:lpstr>
      <vt:lpstr>Zilla Slab</vt:lpstr>
      <vt:lpstr>Noto Sans Symbols</vt:lpstr>
      <vt:lpstr>1_Office Theme</vt:lpstr>
      <vt:lpstr>CLOUD SECURITY (OE00056)</vt:lpstr>
      <vt:lpstr>Objectives</vt:lpstr>
      <vt:lpstr>Scope</vt:lpstr>
      <vt:lpstr>SYLLABUS</vt:lpstr>
      <vt:lpstr>What is Cloud security?</vt:lpstr>
      <vt:lpstr>CONFIDENTIALITY AND PRIVACY</vt:lpstr>
      <vt:lpstr>INTEGRITY AND SECURITY</vt:lpstr>
      <vt:lpstr>Authentication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dell</dc:creator>
  <cp:lastModifiedBy>ANUSHKA SAHU</cp:lastModifiedBy>
  <cp:revision>1</cp:revision>
  <dcterms:created xsi:type="dcterms:W3CDTF">2025-07-18T09:14:58Z</dcterms:created>
  <dcterms:modified xsi:type="dcterms:W3CDTF">2025-10-05T16:23:16Z</dcterms:modified>
</cp:coreProperties>
</file>